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1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40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как встроенный инструмент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405287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Искусственный интеллект — это не самостоятельная программа, а набор технологий, интегрированных в конкретный процесс для решения практической задачи. В реальных системах ИИ редко существует отдельно: он анализирует данные, но решение принимает человек или другая система на основе его выводов.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8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Когда ИИ становится необходимым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4593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96306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Обычная автоматизация справляется с формализованными задачами. ИИ нужен там, где много неструктурированной информации, изменчивые ситуации или сложно описать все правила вручную.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5594152"/>
            <a:ext cx="2575357" cy="685998"/>
          </a:xfrm>
          <a:prstGeom prst="roundRect">
            <a:avLst>
              <a:gd name="adj" fmla="val 1157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5789513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Текст и язык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3425839" y="5594152"/>
            <a:ext cx="2575456" cy="685998"/>
          </a:xfrm>
          <a:prstGeom prst="roundRect">
            <a:avLst>
              <a:gd name="adj" fmla="val 1157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21195" y="5789513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Изображения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190301" y="5594152"/>
            <a:ext cx="2575456" cy="685998"/>
          </a:xfrm>
          <a:prstGeom prst="roundRect">
            <a:avLst>
              <a:gd name="adj" fmla="val 1157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5658" y="5789513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Поведение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954764" y="5594152"/>
            <a:ext cx="2575456" cy="685998"/>
          </a:xfrm>
          <a:prstGeom prst="roundRect">
            <a:avLst>
              <a:gd name="adj" fmla="val 1157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50121" y="5789513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Производство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1179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Обработка языка: Яндекс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555974"/>
            <a:ext cx="291785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Языковые модели Яндекса работают в поисковых сервисах и корпоративных системах. Они суммаризируют документы, извлекают информацию и отвечают на вопросы на естественном языке.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3910708" y="2385913"/>
            <a:ext cx="3190101" cy="2960291"/>
          </a:xfrm>
          <a:prstGeom prst="roundRect">
            <a:avLst>
              <a:gd name="adj" fmla="val 4597"/>
            </a:avLst>
          </a:prstGeom>
          <a:solidFill>
            <a:srgbClr val="061B40"/>
          </a:solidFill>
          <a:ln/>
        </p:spPr>
      </p:sp>
      <p:sp>
        <p:nvSpPr>
          <p:cNvPr id="7" name="Text 4"/>
          <p:cNvSpPr/>
          <p:nvPr/>
        </p:nvSpPr>
        <p:spPr>
          <a:xfrm>
            <a:off x="4099715" y="2574925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Принцип работы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099715" y="3059212"/>
            <a:ext cx="2812087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Вместо самостоятельного поиска в документах сотрудник получает ответ от интеллектуального посредника — но источник информации всё равно должен быть проверен.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354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Банковские процессы: Сбер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04158"/>
            <a:ext cx="1169561" cy="11695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67270" y="3104158"/>
            <a:ext cx="391041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GigaChat в поддержке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67270" y="3512840"/>
            <a:ext cx="391041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Встраивается в приложения через API и помогает операторам: вместо чтения длинной истории переписки оператор получает краткое резюме и вариант ответа.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3104158"/>
            <a:ext cx="1169561" cy="11695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710" y="3104158"/>
            <a:ext cx="391051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Автоматизация рутины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619710" y="3512840"/>
            <a:ext cx="391051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Производительность растёт, рутинные обращения автоматизируются, но система работает поверх существующих данных и правил организации.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Информационная безопасность: Kaspersky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964954"/>
            <a:ext cx="5226911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Объём файлов и событий слишком велик для ручного анализа. ИИ обнаруживает вредоносные файлы, анализирует поведение программ, ищет фишинг и выявляет аномалии.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 один из уровней защиты наряду с сигнатурами и эмуляцией. Задача ИИ —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сократить пространство анализа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выделив объекты, требующие реакции.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8059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Компьютерное зрение: NtechLab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715419"/>
            <a:ext cx="2917851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Системы обрабатывают видеопотоки и превращают их в структурированные события: обнаруживают объекты, определяют характеристики, сопоставляют с условиями.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Оператор работает не со всем видео, а с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конкретными событиями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618719" y="2757984"/>
            <a:ext cx="2917851" cy="2551509"/>
          </a:xfrm>
          <a:prstGeom prst="roundRect">
            <a:avLst>
              <a:gd name="adj" fmla="val 3111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726" y="3038376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32967" y="2975273"/>
            <a:ext cx="2114596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Результат зависит от качества изображения и условий съёмки — ошибка алгоритма может привести к неправильному решению.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90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Промышленность: цифровые двойники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882" y="1357709"/>
            <a:ext cx="9781831" cy="4290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69339" y="4256365"/>
            <a:ext cx="1478380" cy="52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История данных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169339" y="4861085"/>
            <a:ext cx="1478380" cy="402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Сбор и хранение телеметрии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865801" y="4319896"/>
            <a:ext cx="1478380" cy="264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ИИ-анализ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865801" y="4659904"/>
            <a:ext cx="1478380" cy="60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Прогнозы и предотвращение аварий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72873" y="1743365"/>
            <a:ext cx="1478380" cy="264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Датчики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872873" y="2083373"/>
            <a:ext cx="1478380" cy="60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Температура, давление, вибрации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50511" y="1743365"/>
            <a:ext cx="1478380" cy="52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Цифровой двойник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550511" y="2348085"/>
            <a:ext cx="1478380" cy="60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Виртуальная модель оборудования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475" y="5820866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Эффект достигается соединением датчиков, истории данных, виртуальной модели объекта и интеллектуального анализа — ни один компонент не работает в изоляции.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985044"/>
            <a:ext cx="3343191" cy="3343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5165" y="1738610"/>
            <a:ext cx="6911306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Транспорт и управление потоками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4625165" y="3031530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Видеозаписи, положение транспорта, информация о пассажиропотоке — это большие потоки данных, которые невозможно обрабатывать вручную.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12097"/>
            <a:ext cx="3509180" cy="13527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7954" y="4916984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Фиксация скоплений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967954" y="5299770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Обнаружение критических зон в реальном времени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208" y="4712097"/>
            <a:ext cx="3509180" cy="13527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47687" y="4916984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Загрузка остановок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4647687" y="5299770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Анализ пассажиропотока по маршрутам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0941" y="4712097"/>
            <a:ext cx="3509180" cy="13527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27420" y="4916984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Решение — за человеком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8327420" y="5299770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предоставляет информацию, оператор действует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30932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Медицина: помощник врача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390817" y="1537692"/>
            <a:ext cx="5981947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Дни</a:t>
            </a: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5233311" y="2347913"/>
            <a:ext cx="62968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Раньше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3360" y="2730698"/>
            <a:ext cx="629686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Первичный анализ МРТ и медицинских документов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90817" y="3441601"/>
            <a:ext cx="5981947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Мин.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5233311" y="4251821"/>
            <a:ext cx="62968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Сейчас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233360" y="4634607"/>
            <a:ext cx="629686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Тот же анализ с поддержкой ИИ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33360" y="5106591"/>
            <a:ext cx="62968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ИИ обрабатывает большие объёмы медицинской информации, но цена ошибки высока. Система анализирует МРТ или медицинские документы быстрее человека, но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окончательный диагноз принимает врач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с учётом клинического контекста.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74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Государственные сервисы и эффективность ИИ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461195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097286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Казахстан: eGov Mobile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617029" y="2516088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Интеллектуальный поиск упрощает поиск услуг — пользователь формулирует задачу, система определяет подходящий сервис. Это переход от меню к взаимодействию через человеческий запрос.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17029" y="3506490"/>
            <a:ext cx="6919442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17029" y="3740249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Критерии эффективности ИИ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71" y="4994920"/>
            <a:ext cx="255085" cy="2550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4209" y="4986536"/>
            <a:ext cx="478599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Сокращение времени анализа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5288" y="4994920"/>
            <a:ext cx="255085" cy="2550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44226" y="4986536"/>
            <a:ext cx="478599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Обнаружение угроз и аномалий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71" y="5819825"/>
            <a:ext cx="255085" cy="2550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14209" y="5811441"/>
            <a:ext cx="478599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Снижение простоя оборудования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5288" y="5819825"/>
            <a:ext cx="255085" cy="2550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44226" y="5811441"/>
            <a:ext cx="478599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Возможность проверки качества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PresentationFormat>Широкоэкранный</PresentationFormat>
  <Paragraphs>68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2026-10-04T21:50:31Z</dcterms:created>
  <dcterms:modified xsi:type="dcterms:W3CDTF">2026-10-04T22:02:47Z</dcterms:modified>
</cp:coreProperties>
</file>