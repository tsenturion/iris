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904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47176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Оценка моделей обнаружения вредоноса: контекст и задачи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791862"/>
            <a:ext cx="2940969" cy="206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антивирусной системы определяется не только процентом правильных классификаций. Главное — насколько надёжно модель находит опасные объекты и как редко ошибается на безопасных файлах.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595601" y="2791862"/>
            <a:ext cx="2940969" cy="3102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может хорошо работать на известных образцах, но плохо справляться с новыми угрозами. Результаты на тестовом наборе — это оценка в конкретных условиях, а не гарантия на будущее. Критична воспроизводимая процедура проверки: какие файлы исследовались, какие ответы считались правильными, при каких условиях принимались решения.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68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Матрица ошибок: четыре типа исходов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427" y="1345109"/>
            <a:ext cx="3691044" cy="3691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3523" y="3016506"/>
            <a:ext cx="527304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бинарной классификации возможны четыре результата. Матрица ошибок показывает не просто статистику, а реальные последствия поведения модели.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44604"/>
            <a:ext cx="5388039" cy="9248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8978" y="5395913"/>
            <a:ext cx="500923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Ложноположительное (FP)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88978" y="5658148"/>
            <a:ext cx="500923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Легитимная программа заблокирована. Критично для системных компонентов и корпоративного ПО.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2082" y="5244604"/>
            <a:ext cx="5388138" cy="9248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69585" y="5395913"/>
            <a:ext cx="50093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Ложноотрицательное (FN)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369585" y="5658148"/>
            <a:ext cx="500933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Вредонос остаётся доступным и может выполниться — прямая угроза безопасности.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91543"/>
            <a:ext cx="6296860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Accuracy: почему высокий процент может быть обманчивым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531908"/>
            <a:ext cx="2952478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 несбалансированной коллекции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3415292"/>
            <a:ext cx="2952478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99% файлов безопасны, а 1% вредоносны — модель, считающая все файлы безопасными, получит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Accuracy 99%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но не обнаружит ни одной угрозы.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4753471"/>
            <a:ext cx="2952478" cy="1276747"/>
          </a:xfrm>
          <a:prstGeom prst="roundRect">
            <a:avLst>
              <a:gd name="adj" fmla="val 5285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06" y="4967288"/>
            <a:ext cx="200814" cy="160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3551" y="4920441"/>
            <a:ext cx="2269771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Высокая Accuracy при несбалансированных данных — ложное ощущение безопасности.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012207" y="2531908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Accuracy полезна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012207" y="2913245"/>
            <a:ext cx="2952478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 даёт общую характеристику модели, но не отражает, насколько хорошо система справляется с редким и опасным классом. Для защитных систем она не может быть главным показателем.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599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Recall: способность находить вредоносные файлы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5917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95%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25" y="361910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Recall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027785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нашла 95% угроз — но пропустила 5%, каждый из которых потенциальная брешь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75917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≠100%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085" y="361910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Перенос на будущее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4027785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на тестовом наборе не переносится автоматически на все существующие вредоносы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75917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↓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45" y="361910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Редкие угрозы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4027785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Полнота обнаружения снижается для редких или существенно изменённых программ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514766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Recall показывает долю действительно вредоносных файлов, которую модель обнаружила. Важно анализировать не только общий показатель, но и особенности угроз, представленных в тесте.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43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False Positive Rate: цена ошибочных блокировок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70534"/>
            <a:ext cx="6903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FPR показывает долю безопасных файлов, ошибочно признанных вредоносными. При FPR 1% из каждой тысячи безопасных файлов блокируется около десяти.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маленькой коллекции это кажется допустимым. Но при обработке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миллионов файлов ежедневно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даже небольшая доля ложных срабатываний приводит к огромному числу ошибок и недовольству пользователей.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870152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163245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5087441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TPR@0.1%FPR — полезная метрика: сколько угроз модель находит при строго ограниченной доле ошибочных блокировок.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2" y="498773"/>
            <a:ext cx="4395181" cy="58604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5128"/>
            <a:ext cx="6296860" cy="110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Precision: достоверность срабатываний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5233360" y="2102750"/>
            <a:ext cx="2932833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показывает Precision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233360" y="2811410"/>
            <a:ext cx="2932833" cy="1915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система выдала 100 предупреждений, а подтвердилось только 60 реальных угроз — Precision составляет 60%. Остальные 40 — ложные тревоги, требующие ручной проверки.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03737" y="2102750"/>
            <a:ext cx="2932833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Зависимость от реальной среды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03737" y="2811410"/>
            <a:ext cx="2932833" cy="2189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Precision зависит от распространённости вредоноса среди проверяемых файлов. Даже при неизменных Recall и FPR значение Precision снизится, если в реальной среде вредоносы встречаются реже, чем в тестовом датасете.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233360" y="5333802"/>
            <a:ext cx="6296860" cy="949623"/>
          </a:xfrm>
          <a:prstGeom prst="roundRect">
            <a:avLst>
              <a:gd name="adj" fmla="val 7818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065" y="5572720"/>
            <a:ext cx="220855" cy="1767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07624" y="5544688"/>
            <a:ext cx="5545892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Частые ложные предупреждения снижают доверие к системе — пользователи начинают игнорировать уведомления.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712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F1-score и дополнительные метрики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158" y="1913632"/>
            <a:ext cx="4366111" cy="3737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708" y="3034065"/>
            <a:ext cx="1683750" cy="21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F1-score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82867" y="2801608"/>
            <a:ext cx="1466733" cy="42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Balanced Accuracy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56983" y="4552752"/>
            <a:ext cx="1272167" cy="42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Matthews корр.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87207" y="1543391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использовать F1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87207" y="1924729"/>
            <a:ext cx="3549264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F1-score — гармоническое среднее Precision и Recall. Высокий результат возможен только когда оба показателя достаточно велики. Полезна при сравнении моделей на одной коллекции.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87207" y="3256106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Balanced Accuracy и MCC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87207" y="3637443"/>
            <a:ext cx="3549264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Accuracy учитывает качество обоих классов. Matthews Correlation Coefficient оценивает согласованность на основе всех четырёх элементов матрицы. Особенно полезны при несбалансированных данных.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87207" y="4975622"/>
            <a:ext cx="3549264" cy="1039019"/>
          </a:xfrm>
          <a:prstGeom prst="roundRect">
            <a:avLst>
              <a:gd name="adj" fmla="val 6495"/>
            </a:avLst>
          </a:prstGeom>
          <a:solidFill>
            <a:srgbClr val="D5F6F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838" y="5189438"/>
            <a:ext cx="200814" cy="160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09283" y="5142591"/>
            <a:ext cx="286655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 одна метрика не заменяет отдельный анализ пропущенных угроз и ошибочных блокировок.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489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ROC-AUC и PR-AUC: оценка при разных порогах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240064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ROC-кривая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2681883"/>
            <a:ext cx="5215303" cy="1834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Показывает зависимость True Positive Rate от False Positive Rate при разных порогах. ROC-AUC характеризует способность модели ранжировать вредоносы выше безопасных файлов.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Ограничение: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высокая ROC-AUC не означает хорошую работу в конкретной точке, нужной для защиты.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21267" y="2240064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Precision-Recall Curve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321267" y="2681883"/>
            <a:ext cx="5215303" cy="1834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PR-AUC особенно информативна при редком положительном классе, но её значение зависит от доли вредоноса в выборке.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Разумно использовать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несколько взаимодополняющих показателей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вместо попытки определить качество одной цифрой.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4861322"/>
            <a:ext cx="3509180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7307" y="5047159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ROC-AUC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47307" y="5429945"/>
            <a:ext cx="313751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Общая способность ранжировать угрозы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1208" y="4861322"/>
            <a:ext cx="3509180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7040" y="5047159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PR-AUC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527040" y="5429945"/>
            <a:ext cx="313751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при редком классе вредоноса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20941" y="4861322"/>
            <a:ext cx="3509180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6773" y="5047159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TPR@FPR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206773" y="5429945"/>
            <a:ext cx="313751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Обнаружение при фиксированном уровне ошибок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85061"/>
            <a:ext cx="6296860" cy="1417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Выбор порога: баланс между чувствительностью и осторожностью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597215"/>
            <a:ext cx="29639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работает порог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2946333"/>
            <a:ext cx="2963987" cy="174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снижении порога модель обнаруживает больше вредоноса, но растёт число ложных срабатываний. При повышении — система становится осторожнее, но может пропускать угрозы. Максимальная чувствительность не всегда обеспечивает эффективную защиту.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00698" y="2597215"/>
            <a:ext cx="29639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Практический подход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00698" y="2943622"/>
            <a:ext cx="2963987" cy="29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реальной системы можно использовать разные уровни реакции: объекты с очень высокой оценкой риска блокируются, неоднозначные файлы отправляются на дополнительную проверку.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Порог выбирается на валидационных данных с учётом допустимого FPR, затем проверяется на независимой тестовой выборке. Важна также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калибровка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оценка 0,9 не обязательно означает реальную вероятность вредоносности 90%.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911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на новых и изменённых угрозах: реальность будущего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57834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836293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Новые разновидности угроз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40250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Злоумышленники постоянно изменяют программы. Тестирование только на исторических образцах не показывает устойчивость модели к будущим угрозам.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357834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836293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Изменённая структура файлов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540250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проверять качество при изменённой структуре PE-файлов, использовании упаковщиков и нетипичных безопасных программах.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357834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83629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Временная оценка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244975"/>
            <a:ext cx="346542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может постепенно терять качество на более поздних образцах. Итоговое качество подтверждается на независимых, более новых и разнообразных данных.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Широкоэкранный</PresentationFormat>
  <Paragraphs>81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Montserrat Bold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2026-10-08T21:14:35Z</dcterms:created>
  <dcterms:modified xsi:type="dcterms:W3CDTF">2026-10-09T07:36:22Z</dcterms:modified>
</cp:coreProperties>
</file>