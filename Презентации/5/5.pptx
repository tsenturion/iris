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944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734976"/>
            <a:ext cx="6296860" cy="2362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Интерпретация результатов обнаружения вредоносного ПО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336044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Завершение обучения модели — это начало аналитической работы. Числовые метрики нужно связать с реальными задачами безопасности: модель формирует оценку на основе статистических закономерностей, а не доказывает вредоносность файла.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61475" y="4782741"/>
            <a:ext cx="6296860" cy="1360785"/>
          </a:xfrm>
          <a:prstGeom prst="roundRect">
            <a:avLst>
              <a:gd name="adj" fmla="val 5834"/>
            </a:avLst>
          </a:prstGeom>
          <a:solidFill>
            <a:srgbClr val="D5F6F1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5050433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75723" y="5018980"/>
            <a:ext cx="54936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Классификация модели — предварительное решение, требующее подтверждения дополнительными инструментами.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438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Сравнение результатов различных моделей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09230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96648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Принцип сравнения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169047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Модели сравниваются только в одинаковых условиях. LightGBM может превзойти логистическую регрессию — это сигнал о нелинейных зависимостях в данных.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4277203"/>
            <a:ext cx="690326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Практический выбор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749602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Усложнение модели оправдано лишь при существенном приросте качества. Если разница незначительна, а ресурсные требования выше — простая модель предпочтительнее. Метрика не должна быть самоцелью.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346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результатов по категориям PE-файлов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2752274"/>
            <a:ext cx="522691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Общий показатель качества может скрывать значительные различия между категориями файлов. Детальный анализ по группам выявляет реальный охват модели.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698180"/>
            <a:ext cx="5226911" cy="1136055"/>
          </a:xfrm>
          <a:prstGeom prst="roundRect">
            <a:avLst>
              <a:gd name="adj" fmla="val 6289"/>
            </a:avLst>
          </a:prstGeom>
          <a:solidFill>
            <a:srgbClr val="FCF2B5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" y="3935413"/>
            <a:ext cx="212620" cy="1700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4209" y="3880391"/>
            <a:ext cx="4504121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Малое число образцов в категории делает выводы ненадёжными — единичная ошибка искажает всю картину.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0994" y="1457424"/>
            <a:ext cx="4704141" cy="47042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82576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Ошибочное обнаружение безопасных программ</a:t>
            </a:r>
            <a:endParaRPr lang="en-US" sz="3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617391"/>
            <a:ext cx="6296860" cy="174476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549364" y="2831802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Кто попадает под подозрение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5549364" y="3240484"/>
            <a:ext cx="576644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Установщики, утилиты администрирования и упакованные приложения содержат характеристики, внешне схожие с вредоносным кодом.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4551164"/>
            <a:ext cx="6296860" cy="174476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549364" y="4765576"/>
            <a:ext cx="576644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Случайные vs. систематические ошибки</a:t>
            </a:r>
            <a:endParaRPr lang="en-US" sz="1850" dirty="0"/>
          </a:p>
        </p:txBody>
      </p:sp>
      <p:sp>
        <p:nvSpPr>
          <p:cNvPr id="10" name="Text 5"/>
          <p:cNvSpPr/>
          <p:nvPr/>
        </p:nvSpPr>
        <p:spPr>
          <a:xfrm>
            <a:off x="5549364" y="5174258"/>
            <a:ext cx="576644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Регулярные ошибки на программах одного разработчика или типа указывают на устойчивое ограничение модели — это ценнее единичного сигнала об ошибке.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901"/>
            <a:ext cx="10868745" cy="11047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пропущенных вредоносных программ</a:t>
            </a:r>
            <a:endParaRPr lang="en-US" sz="3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310" y="2461617"/>
            <a:ext cx="6567919" cy="32873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3842" y="3874802"/>
            <a:ext cx="1233533" cy="36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Использование библиотек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3348029" y="5469044"/>
            <a:ext cx="1543351" cy="184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Низкая заметность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132601" y="3874802"/>
            <a:ext cx="1233533" cy="369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Скриптовые векторы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3318707" y="2596538"/>
            <a:ext cx="1594612" cy="184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Высокая похожесть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2674773" y="4671820"/>
            <a:ext cx="1266340" cy="428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Ограничения метода: документы и макросы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413529" y="4678382"/>
            <a:ext cx="1266339" cy="428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Модельные ошибки: системные инструменты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413529" y="3535962"/>
            <a:ext cx="1266339" cy="285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Ограничения метода: скриптовые атаки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635405" y="3535962"/>
            <a:ext cx="1266339" cy="2856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Модельные ошибки: вредоносный PE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12706" y="2093523"/>
            <a:ext cx="3523765" cy="552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модель пропускает угрозы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012706" y="2802183"/>
            <a:ext cx="3523765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Часть вредоносных программ использует стандартную структуру PE-файла и распространённые системные библиотеки — статический анализ не видит разницы с легитимным ПО.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012706" y="4344598"/>
            <a:ext cx="352376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Ограничения метода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012706" y="4777132"/>
            <a:ext cx="3523765" cy="13682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Атаки через скрипты, документы или штатные системные инструменты находятся за пределами возможностей статического анализа PE-файлов — это не ошибка модели, а граница подхода.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61980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Влияние признаков на результаты модели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1921768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Исследование значимости характеристик PE-файлов раскрывает внутреннюю логику модели: свойства секций, импортируемые функции, размеры структур.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1475" y="2953941"/>
            <a:ext cx="3063104" cy="1875234"/>
          </a:xfrm>
          <a:prstGeom prst="roundRect">
            <a:avLst>
              <a:gd name="adj" fmla="val 402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7307" y="3139777"/>
            <a:ext cx="2691440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Значимость ≠ причинность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307" y="3803055"/>
            <a:ext cx="269144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Высокий вес признака не означает, что он делает файл опасным.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95131" y="2953941"/>
            <a:ext cx="3063203" cy="1875234"/>
          </a:xfrm>
          <a:prstGeom prst="roundRect">
            <a:avLst>
              <a:gd name="adj" fmla="val 402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80964" y="3139777"/>
            <a:ext cx="2691539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Статистика vs. намерение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4080964" y="3803055"/>
            <a:ext cx="269153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фиксирует корреляцию в данных, а не умысел разработчика.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1475" y="4999732"/>
            <a:ext cx="6296860" cy="1314648"/>
          </a:xfrm>
          <a:prstGeom prst="roundRect">
            <a:avLst>
              <a:gd name="adj" fmla="val 5737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7307" y="5185569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Артефакты коллекции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847307" y="5568355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Частое использование признаков упаковки может отражать состав обучающей выборки, а не реальную угрозу.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9164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Устойчивость модели к изменениям файлов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394229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Проблема нестабильности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2866628"/>
            <a:ext cx="577022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Новая компиляция одной и той же программы содержит другие служебные поля и расположение данных. Для человека — та же программа, для модели — другое числовое описание.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4277203"/>
            <a:ext cx="57702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это критично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4749602"/>
            <a:ext cx="577022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Злоумышленники намеренно изменяют внешний вид файлов. Если незначительные правки несущественных характеристик резко меняют классификацию — модель чрезмерно зависит от нестабильных признаков.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763077" y="2193330"/>
            <a:ext cx="4909519" cy="3936008"/>
          </a:xfrm>
          <a:prstGeom prst="roundRect">
            <a:avLst>
              <a:gd name="adj" fmla="val 3458"/>
            </a:avLst>
          </a:prstGeom>
          <a:solidFill>
            <a:srgbClr val="27B29F"/>
          </a:solidFill>
          <a:ln/>
        </p:spPr>
      </p:sp>
      <p:sp>
        <p:nvSpPr>
          <p:cNvPr id="8" name="Text 6"/>
          <p:cNvSpPr/>
          <p:nvPr/>
        </p:nvSpPr>
        <p:spPr>
          <a:xfrm>
            <a:off x="6952084" y="2394229"/>
            <a:ext cx="45315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проверяет тест устойчивости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952084" y="2866628"/>
            <a:ext cx="45315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Стабильность классификации при минимальных изменениях файла, не затрагивающих его функциональность.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25997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Производительность обученных моделей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75917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25" y="361910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Этапа задержки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4027785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Извлечение признаков + вычисление предсказания — оба влияют на реальную скорость.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75917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∞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085" y="361910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Точность без скорости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4027785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Высокоточная модель непригодна, если создаёт чрезмерную нагрузку на систему.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75917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2×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61910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Контекста развёртки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4027785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Серверу важна пропускная способность, локальному агенту — потребление ресурсов.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5147667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Качество обнаружения — лишь один из критериев. Реальная задержка определяется всей цепочкой обработки файла, а не только временем работы модели.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8095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ML в связке с другими методами обнаружения</a:t>
            </a:r>
            <a:endParaRPr lang="en-US" sz="33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851422"/>
            <a:ext cx="425241" cy="4252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8005" y="1851422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Сигнатурный анализ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278005" y="2208907"/>
            <a:ext cx="5680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Надёжно работает с известными угрозами.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773660"/>
            <a:ext cx="425241" cy="4252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8005" y="2773660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Машинное обучение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278005" y="3131145"/>
            <a:ext cx="5680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Выявляет закономерности в новых, ранее невиданных файлах.</a:t>
            </a:r>
            <a:endParaRPr lang="en-US" sz="13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695898"/>
            <a:ext cx="425241" cy="4252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78005" y="3695898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Динамический анализ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278005" y="4053384"/>
            <a:ext cx="5680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Показывает фактические действия программы при запуске.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18137"/>
            <a:ext cx="425241" cy="42525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78005" y="4618137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Мониторинг поведения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1278005" y="4975622"/>
            <a:ext cx="5680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Фиксирует аномалии в реальном времени на работающей системе.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661475" y="5406430"/>
            <a:ext cx="6296860" cy="892870"/>
          </a:xfrm>
          <a:prstGeom prst="roundRect">
            <a:avLst>
              <a:gd name="adj" fmla="val 8002"/>
            </a:avLst>
          </a:prstGeom>
          <a:solidFill>
            <a:srgbClr val="D5F6F1"/>
          </a:solidFill>
          <a:ln/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532" y="5624612"/>
            <a:ext cx="212620" cy="170061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14209" y="5604019"/>
            <a:ext cx="557406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Правила объединения результатов разных механизмов должны быть определены и проверены заранее.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3505"/>
            <a:ext cx="10868745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Итоговое заключение по результатам исследования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2484934"/>
            <a:ext cx="3180774" cy="3180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029" y="2279673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должен содержать корректный вывод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4617029" y="2690758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Недостаточно констатировать, что один алгоритм точнее другого. Вывод должен описывать условия проверки, категории файлов с убедительными результатами и выявленные ограничения.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617029" y="3627262"/>
            <a:ext cx="691944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Граница применимости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4617029" y="4038347"/>
            <a:ext cx="6919442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Результаты на лабораторной коллекции не означают готовности к корпоративной инфраструктуре. Ценность модели — в способности дополнять существующие средства защиты в пределах подтверждённых возможностей.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617029" y="4984254"/>
            <a:ext cx="6919442" cy="877491"/>
          </a:xfrm>
          <a:prstGeom prst="roundRect">
            <a:avLst>
              <a:gd name="adj" fmla="val 8142"/>
            </a:avLst>
          </a:prstGeom>
          <a:solidFill>
            <a:srgbClr val="D5F6F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7086" y="5221486"/>
            <a:ext cx="212620" cy="17006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169763" y="5166464"/>
            <a:ext cx="619665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Модель — не универсальный детектор угроз, а специализированный инструмент с известными границами.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Широкоэкранный</PresentationFormat>
  <Paragraphs>81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Open Sans</vt:lpstr>
      <vt:lpstr>Montserrat Bold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2026-10-08T21:15:04Z</dcterms:created>
  <dcterms:modified xsi:type="dcterms:W3CDTF">2026-10-09T07:36:32Z</dcterms:modified>
</cp:coreProperties>
</file>