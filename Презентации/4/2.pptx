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44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373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Признак в контексте web-поведения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694186"/>
            <a:ext cx="6296860" cy="293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Признак — это измеримая характеристика пользователя, запроса или сессии, представленная в числовой или категориальной форме. Субъективное «подозрительное поведение» раскладывается на конкретные параметры: количество запросов в минуту, число переходов, частоту операций.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Подготовка признаков связывает технические события из логов приложения с входными данными для машинного обучения. Точность этого отображения определяет, насколько полезной информацией располагает модель.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0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Признаки отдельных HTTP-запросов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71254"/>
            <a:ext cx="690326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 уровне отдельного запроса извлекаются технические характеристики: метод, адрес ресурса, размер данных, код ответа, время обработки. Необычно большой объём передачи или обращение к редко используемому ресурсу могут быть значимы для анализа.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запрос содержит недостаточно контекста для вывода о поведении пользователя. Признаки отдельных запросов становятся основой для дальнейшей агрегации — анализа распределения значений внутри всей сессии.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02702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Частотные признаки активности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826445"/>
            <a:ext cx="2940969" cy="232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Частотные признаки показывают интенсивность взаимодействия пользователя с web-средой за определённый период: количество запросов в секунду, минуту или всю сессию. Они особенно полезны при обнаружении автоматизированного поведения — скрипты достигают скоростей, недоступных человеку.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595601" y="2860973"/>
            <a:ext cx="2940969" cy="2428875"/>
          </a:xfrm>
          <a:prstGeom prst="roundRect">
            <a:avLst>
              <a:gd name="adj" fmla="val 2942"/>
            </a:avLst>
          </a:prstGeom>
          <a:solidFill>
            <a:srgbClr val="DFF6D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658" y="3091855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8335" y="3041154"/>
            <a:ext cx="2218178" cy="206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Высокая частота сама по себе не означает нарушение. Частотные характеристики должны рассматриваться вместе с другими признаками и в контексте назначения сервиса.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4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Временные признаки сессии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22463"/>
            <a:ext cx="6110135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Время — важная характеристика web-поведения. Измеряются общая продолжительность сессии, интервалы между действиями, длительность этапов взаимодействия. Эти значения описывают ритм активности пользователя.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Временные признаки приобретают ценность в контексте общего профиля поведения — быстрая активность не обязательно означает бота, а медленная не гарантирует легитимность.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117" y="1717278"/>
            <a:ext cx="4297354" cy="42974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887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22029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Последовательность действий пользователя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61475" y="1680071"/>
            <a:ext cx="629686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 web-среде важен не только набор действий, но и их порядок. Пользователь обычно проходит определённые этапы: открывает страницу, выбирает объект, вводит данные, подтверждает операцию.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324199"/>
            <a:ext cx="661475" cy="7938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5518" y="2456458"/>
            <a:ext cx="554281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Открытие страницы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118048"/>
            <a:ext cx="661475" cy="79384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5518" y="3250307"/>
            <a:ext cx="554281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Выбор объекта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911898"/>
            <a:ext cx="661475" cy="7938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15518" y="4044156"/>
            <a:ext cx="554281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Ввод данных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705747"/>
            <a:ext cx="661475" cy="79384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415518" y="4838005"/>
            <a:ext cx="554281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Подтверждение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661475" y="5603776"/>
            <a:ext cx="629686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Нарушитель или автоматизированный инструмент может обходить промежуточные этапы и обращаться непосредственно к нужному endpoint. Анализ отношений между событиями позволяет описывать поведение значительно точнее.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0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Признаки аутентификации и аккаунта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71254"/>
            <a:ext cx="690326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Отдельную группу составляют признаки входа в систему: количество успешных и неуспешных попыток, смена пароля, восстановление доступа, изменение сценария авторизации. Особенно полезны отклонения от обычного поведения конкретного пользователя.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человек обычно входит с одного устройства в похожее время, а затем появляется серия входов из нового окружения — это дополнительный сигнал. Такие признаки не должны быть жёсткими правилами: пользователь может законно сменить устройство или сеть.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543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Признаки устройства и технического окружения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56855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7111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Клиентская среда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7980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Браузер, операционная система, тип устройства — базовые параметры технического профиля клиента.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456855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07111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Сетевые параметры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47980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IP-адрес, геолокация, провайдер — описывают сетевое окружение взаимодействия с системой.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456855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07111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Изменения профиля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47980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Быстрое чередование технических профилей или существенно разные окружения одной учётной записи требуют внимания.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902101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FF6D5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169793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138341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Часть технической информации можно подделать, а реальные пользователи действительно используют несколько устройств — контекст обязателен.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72212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Признаки бизнес-операций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437011"/>
            <a:ext cx="2929360" cy="2240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защиты web-среды важны признаки, отражающие смысл действий внутри приложения: количество операций, их сумма, частота возвратов, число смен платёжных реквизитов, повторяемость определённого действия.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07210" y="2437011"/>
            <a:ext cx="2929360" cy="280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Технически корректный пользователь может выполнять допустимые HTTP-запросы, но использовать функции способом, отличающимся от нормального сценария. Сильная ML-система объединяет технические и бизнес-признаки, позволяя модели понимать смысл наблюдаемой активности.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723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Агрегация признаков на уровне сессии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005" y="2430165"/>
            <a:ext cx="4648381" cy="27588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32341" y="4549104"/>
            <a:ext cx="1155473" cy="22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Описание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576129" y="4549104"/>
            <a:ext cx="1155473" cy="22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Вычисление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096175" y="4549104"/>
            <a:ext cx="1155473" cy="22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События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02189" y="2189361"/>
            <a:ext cx="3534282" cy="3240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Отдельные события становятся полезнее после объединения в показатели всей сессии: общее количество действий, средний интервал, число уникальных ресурсов, доля ошибок. Так появляется компактное описание поведения.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Агрегация снижает объём исходных данных и делает поведение сравнимым между сессиями. Слишком сильное упрощение теряет важную последовательность — слишком много деталей перегружает модель.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50702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Качество признаков и значение для ML-защиты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661475" y="2151757"/>
            <a:ext cx="3080169" cy="1380034"/>
          </a:xfrm>
          <a:prstGeom prst="roundRect">
            <a:avLst>
              <a:gd name="adj" fmla="val 489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8456" y="2318742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Измеримость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8456" y="2651621"/>
            <a:ext cx="274620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Признак должен однозначно вычисляться из доступных данных.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878165" y="2151757"/>
            <a:ext cx="3080169" cy="1380034"/>
          </a:xfrm>
          <a:prstGeom prst="roundRect">
            <a:avLst>
              <a:gd name="adj" fmla="val 489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45146" y="2318742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Устойчивость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045146" y="2651621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Значение не должно случайно меняться при неизменном поведении.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1475" y="3668316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456" y="3835301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Содержательность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8456" y="4168180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Признак должен быть связан с задачей — отличать норму от нежелательного поведения.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1475" y="4964212"/>
            <a:ext cx="6296860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Web-сессия для машинного обучения превращается в структурированный набор характеристик, описывающих частоту, время, последовательность, техническое окружение и смысл действий. Именно такое представление становится входом для методов ML.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Microsoft Office PowerPoint</Application>
  <PresentationFormat>Широкоэкранный</PresentationFormat>
  <Paragraphs>57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</vt:lpstr>
      <vt:lpstr>Arial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2026-10-07T18:46:10Z</dcterms:created>
  <dcterms:modified xsi:type="dcterms:W3CDTF">2026-10-07T18:47:47Z</dcterms:modified>
</cp:coreProperties>
</file>