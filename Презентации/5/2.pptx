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387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72890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Структурированные данные для обнаружения вредоноса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29835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 анализа отдельных файлов к машинному обучению — каждый образец должен быть описан одинаковыми характеристиками и связан с информацией о безопасности.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6253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Источники образцов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216051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411413"/>
            <a:ext cx="2663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Исследовательские коллекции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115370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Защитные лаборатории и корпоративные архивы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216051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41141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Открытые датасеты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820095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EMBER2024 — 3,2 млн файлов с предварительно извлечёнными признаками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11172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3070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Легитимное ПО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471576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Системные компоненты, установщики, утилиты — для баланса классов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Разметка и определение вредоносности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4271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Принципы разметки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15109"/>
            <a:ext cx="690326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Несколько антивирусных движков как источник свидетельств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Неопределённые образцы выделяются отдельно — без искусственных меток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Фиксируется дата и основание присвоения вердикта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Учитывается изменение статуса файла со временем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538067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831159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755356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Честная разметка важнее полноты — сомнительные образцы не должны искажать обучение.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89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Идентификация и метаданные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08286"/>
            <a:ext cx="5381193" cy="10034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8403" y="1369020"/>
            <a:ext cx="49835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SHA-256 как идентификатор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98403" y="1654175"/>
            <a:ext cx="498353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Устойчивый отпечаток содержимого файла — удобен для учёта и поиска дубликатов, но не раскрывает поведение.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8928" y="1208286"/>
            <a:ext cx="5381292" cy="1003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85857" y="1369020"/>
            <a:ext cx="49836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Происхождение и история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85857" y="1654175"/>
            <a:ext cx="498363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Время первого наблюдения, источник метки, возможность восстановления полной истории обработки объекта.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670" y="2331343"/>
            <a:ext cx="7272354" cy="39740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09340" y="4074948"/>
            <a:ext cx="1685065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SHA-256 отпечаток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7005299" y="4036609"/>
            <a:ext cx="1685065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Запись метаданных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94367"/>
            <a:ext cx="6296860" cy="8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Извлечение статических характеристик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30239"/>
            <a:ext cx="448854" cy="4488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2892326"/>
            <a:ext cx="62968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Инструменты анализа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61475" y="3275112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Специализированные библиотеки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pefile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LIEF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программное чтение структур PE-файла без выполнения кода.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76415"/>
            <a:ext cx="448854" cy="4488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4838502"/>
            <a:ext cx="62968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Версионирование парсера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661475" y="5221287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Единая версия инструмента для всех образцов — смена парсера меняет получаемые значения признаков.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4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Преобразование в числовые признаки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0624"/>
            <a:ext cx="4410659" cy="4410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9641" y="2638803"/>
            <a:ext cx="59968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Ключевой компромисс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539641" y="3111202"/>
            <a:ext cx="59968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hashing обеспечивает компактность представления, но снижает различимость отдельных признаков. Выбор метода кодирования влияет на интерпретируемость модели.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539641" y="4188520"/>
            <a:ext cx="599683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Числовые: размеры, счётчики — используются напрямую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Категориальные: требуют явного кодирования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Большие наборы значений → feature hashing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2158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Обработка пропусков и ошибок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16574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75723" y="223063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Ноль ≠ отсутствие данных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63931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Причина пропуска фиксируется отдельным признаком — это само по себе информация.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362217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75723" y="368706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Аномальная структура PE — сигнал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275723" y="4095750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Необычный формат файла может быть признаком вредоноса, а не ошибкой парсинга.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50786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75723" y="514350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удалять безусловно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275723" y="5552182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Исключение файлов с ошибками рискует убрать из датасета важные объекты.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7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Очистка и дубликаты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03693"/>
            <a:ext cx="62234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Точные дубликаты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176091"/>
            <a:ext cx="622344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SHA-256 однозначно выявляет идентичные файлы. Варианты одной программы имеют разные хеши — это не дубликаты.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981828"/>
            <a:ext cx="62234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Похожие образцы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454227"/>
            <a:ext cx="622344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Анализ семейств программ и поиск сходных объектов помогает выявить скрытые связи без искажения датасета.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422" y="1773932"/>
            <a:ext cx="4184049" cy="41841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597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Разделение по времени и происхождению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424649" y="1879302"/>
            <a:ext cx="19050" cy="4392216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6" name="Shape 3"/>
          <p:cNvSpPr/>
          <p:nvPr/>
        </p:nvSpPr>
        <p:spPr>
          <a:xfrm>
            <a:off x="5596938" y="2061071"/>
            <a:ext cx="510269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7" name="Shape 4"/>
          <p:cNvSpPr/>
          <p:nvPr/>
        </p:nvSpPr>
        <p:spPr>
          <a:xfrm>
            <a:off x="5233311" y="187930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97057" y="1911152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75231" y="1937742"/>
            <a:ext cx="525499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Обучающая выборка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75231" y="2295227"/>
            <a:ext cx="525499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Ранние образцы — модель учится на исторических данных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96938" y="3041749"/>
            <a:ext cx="510269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Shape 9"/>
          <p:cNvSpPr/>
          <p:nvPr/>
        </p:nvSpPr>
        <p:spPr>
          <a:xfrm>
            <a:off x="5233311" y="2859980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97057" y="2891830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75231" y="2918420"/>
            <a:ext cx="525499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Группировка связанных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275231" y="3275905"/>
            <a:ext cx="525499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Связанные образцы одного семейства не разделяются между выборками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596938" y="4280991"/>
            <a:ext cx="510269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7" name="Shape 14"/>
          <p:cNvSpPr/>
          <p:nvPr/>
        </p:nvSpPr>
        <p:spPr>
          <a:xfrm>
            <a:off x="5233311" y="4099223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97057" y="4131072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75231" y="4157662"/>
            <a:ext cx="525499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Проверочная выборка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275231" y="4515148"/>
            <a:ext cx="525499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Поздние образцы — имитация реальной эксплуатации с новыми файлами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596938" y="5520234"/>
            <a:ext cx="510269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22" name="Shape 19"/>
          <p:cNvSpPr/>
          <p:nvPr/>
        </p:nvSpPr>
        <p:spPr>
          <a:xfrm>
            <a:off x="5233311" y="5338465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97057" y="5370314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275231" y="5396905"/>
            <a:ext cx="525499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Fit только на train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6275231" y="5754390"/>
            <a:ext cx="525499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Преобразования настраиваются исключительно на обучающей части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4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Контроль качества и воспроизводимость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10147"/>
            <a:ext cx="2175019" cy="3143151"/>
          </a:xfrm>
          <a:prstGeom prst="roundRect">
            <a:avLst>
              <a:gd name="adj" fmla="val 365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005509"/>
            <a:ext cx="567021" cy="56703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161381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761555"/>
            <a:ext cx="17843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данных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541117"/>
            <a:ext cx="17843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Корректность информационной основы, а не качество модели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025501" y="1810147"/>
            <a:ext cx="2175118" cy="3143151"/>
          </a:xfrm>
          <a:prstGeom prst="roundRect">
            <a:avLst>
              <a:gd name="adj" fmla="val 365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20858" y="2005509"/>
            <a:ext cx="567021" cy="56703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6826" y="2161381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20858" y="2761555"/>
            <a:ext cx="17844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Версионирование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3220858" y="3541117"/>
            <a:ext cx="17844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Датасет, признаки и правила преобразования фиксируются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389626" y="1810147"/>
            <a:ext cx="2175118" cy="3143151"/>
          </a:xfrm>
          <a:prstGeom prst="roundRect">
            <a:avLst>
              <a:gd name="adj" fmla="val 365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584983" y="2005509"/>
            <a:ext cx="567021" cy="567035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0951" y="2161381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84983" y="2761555"/>
            <a:ext cx="17844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Безопасность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5584983" y="3245842"/>
            <a:ext cx="1784405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 с вредоносными файлами только в изолированной среде</a:t>
            </a:r>
            <a:endParaRPr lang="en-US" sz="14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251" y="1629569"/>
            <a:ext cx="3504219" cy="3504307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61475" y="5559127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5F6F1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826820"/>
            <a:ext cx="236234" cy="1890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75723" y="579536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Воспроизводимость — результаты должны совпадать при одинаковых условиях и версиях инструментов.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Широкоэкранный</PresentationFormat>
  <Paragraphs>77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Consolas</vt:lpstr>
      <vt:lpstr>Arial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2026-10-08T21:11:44Z</dcterms:created>
  <dcterms:modified xsi:type="dcterms:W3CDTF">2026-10-09T07:36:05Z</dcterms:modified>
</cp:coreProperties>
</file>