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italic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15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412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Два подхода к пониманию 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50596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Самый распространённый способ классифицировать ИИ — по масштабу возможностей. Ключевой вопрос: может ли система применять знания из одной области в совершенно другой?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625850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3632200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Text 5"/>
          <p:cNvSpPr/>
          <p:nvPr/>
        </p:nvSpPr>
        <p:spPr>
          <a:xfrm>
            <a:off x="5428717" y="382121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Масштаб возможностей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422989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Сколько разных задач способна решать система?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9710" y="4721324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1" name="Shape 8"/>
          <p:cNvSpPr/>
          <p:nvPr/>
        </p:nvSpPr>
        <p:spPr>
          <a:xfrm>
            <a:off x="5239710" y="472132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2" name="Text 9"/>
          <p:cNvSpPr/>
          <p:nvPr/>
        </p:nvSpPr>
        <p:spPr>
          <a:xfrm>
            <a:off x="5428717" y="491033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Способ функционирования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31901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 именно система принимает решения?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09663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Узкий интеллект в действии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080220"/>
            <a:ext cx="2929360" cy="3514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Практически все системы, которые мы используем сегодня, — это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узкий интеллект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Распознавание лиц, анализ угроз, классификация данных — каждая создана для своего назначения.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Высокая точность в одной области </a:t>
            </a:r>
            <a:r>
              <a:rPr lang="en-US" sz="140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означает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универсальность. Отличный эксперт в своём деле остаётся совершенно беспомощным в другом.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5324" y="2118618"/>
            <a:ext cx="2929360" cy="6902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1803" y="2323505"/>
            <a:ext cx="241800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Распознавание лиц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5324" y="2979440"/>
            <a:ext cx="2929360" cy="6902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41803" y="3184327"/>
            <a:ext cx="241800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вредоносов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5324" y="3840262"/>
            <a:ext cx="2929360" cy="9707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1803" y="4045148"/>
            <a:ext cx="241800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Классификация данных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Где узкий интеллект теряет силу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878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Проблема возникает, когда условия меняются. Система, отлично работавшая в одной инфраструктуре, даёт сбой в другой.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346252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62664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563541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Широкий интерфейс ≠ широкий интеллект. Принимать текст, изображения и код — не значит быть универсальным.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459829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Человек легко переносит навык из одной ситуации в другую. Машина, как правило, привязана к своей области.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Общий интеллект как идеал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209006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4043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это?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813050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Гипотетическая система, способная учиться и адаптироваться как человек — осваивать новые задачи самостоятельно.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209006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4043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Где мы сейчас?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813050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Пока это теория. Нет чёткого критерия, позволяющего сказать: вот здесь начинается общий интеллект.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70951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9048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важно помнить?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31356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Заявления о появлении общего ИИ требуют внимательной проверки.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82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Сверхинтеллект: будущее или фантастика?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456458"/>
            <a:ext cx="5780637" cy="774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существует.</a:t>
            </a:r>
            <a:endParaRPr lang="en-US" sz="4850" dirty="0"/>
          </a:p>
        </p:txBody>
      </p:sp>
      <p:sp>
        <p:nvSpPr>
          <p:cNvPr id="4" name="Text 2"/>
          <p:cNvSpPr/>
          <p:nvPr/>
        </p:nvSpPr>
        <p:spPr>
          <a:xfrm>
            <a:off x="661475" y="3401417"/>
            <a:ext cx="5780637" cy="183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Сверхинтеллект — система, превосходящая человека сразу во многих областях: анализ, решение проблем, стратегия. Это не просто быстрые вычисления.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 концепция для обсуждения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будущих рисков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описание современных инструментов автоматизации — какими бы быстрыми они ни были.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883" y="1628775"/>
            <a:ext cx="4417307" cy="44174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47713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работает реактивная система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125960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Второй способ классифицировать ИИ — по тому,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он функционирует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Самый простой тип реагирует только на текущее состояние.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878038"/>
            <a:ext cx="897808" cy="10774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29836" y="3057525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Видит ситуацию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729836" y="3440311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Анализирует только то, что происходит прямо сейчас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55455"/>
            <a:ext cx="897808" cy="10774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29836" y="4134941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Отвечает на неё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729836" y="4517727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памяти о предыдущих событиях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032871"/>
            <a:ext cx="897808" cy="10774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29836" y="5212358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Ограничение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729836" y="5595144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замечает атаку по цепочке действий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Память как инструмент анализа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8788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Следующий уровень — системы, которые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помнят часть прошлого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используют историю для понимания текущего момента.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Чтобы заметить необычное поведение пользователя, нужно сравнить его с тем, что он делал раньше. Прошлые события прямо влияют на текущее решение.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423569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703961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640858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Большинство современных систем работают именно так.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14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Понимание намерений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10134"/>
            <a:ext cx="2339123" cy="2339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2855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Резервная копия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69423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Пользователь копирует файл для сохранности данных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1710134"/>
            <a:ext cx="2339123" cy="23391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42855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Кража данных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46942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Другой пользователь делает то же самое — но с иной целью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61475" y="551170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Современные системы частично оценивают намерения по поведению. Но это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вероятностная классификация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настоящее понимание внутреннего состояния человека.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3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7DDB51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Самосознание:</a:t>
            </a: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граница теории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6200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Самосознающий ИИ понимает себя как отдельный субъект и отличает свои состояния от окружающего мира. Это самый гипотетический тип из всех.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92090"/>
            <a:ext cx="5203794" cy="1644253"/>
          </a:xfrm>
          <a:prstGeom prst="roundRect">
            <a:avLst>
              <a:gd name="adj" fmla="val 4828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2872482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809379"/>
            <a:ext cx="440053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Способность говорить о себе — не то же самое, что наличие сознания. Фраза «я не знаю» соответствует структуре диалога, а не субъективному опыту.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788" y="2592090"/>
            <a:ext cx="3459770" cy="34598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836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не запутаться в классификациях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4839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Две системы описывают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разные вещи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их нельзя смешивать.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763441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769791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Text 5"/>
          <p:cNvSpPr/>
          <p:nvPr/>
        </p:nvSpPr>
        <p:spPr>
          <a:xfrm>
            <a:off x="5428717" y="295880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Масштаб возможностей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336748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Узкий → Общий → Сверхинтеллект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9710" y="3858915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1" name="Shape 8"/>
          <p:cNvSpPr/>
          <p:nvPr/>
        </p:nvSpPr>
        <p:spPr>
          <a:xfrm>
            <a:off x="5239710" y="3858915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2" name="Text 9"/>
          <p:cNvSpPr/>
          <p:nvPr/>
        </p:nvSpPr>
        <p:spPr>
          <a:xfrm>
            <a:off x="5428717" y="404792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Способ функционирования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45660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Реактивность → Память → Намерения → Самосознание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233360" y="516701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Современные системы — это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узкий интеллект с памятью и контекстом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Говоря о конкретной системе, всегда уточняйте: что она действительно может делать и в каких границах работает.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Широкоэкранный</PresentationFormat>
  <Paragraphs>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2026-10-04T22:07:36Z</dcterms:created>
  <dcterms:modified xsi:type="dcterms:W3CDTF">2026-10-04T22:09:37Z</dcterms:modified>
</cp:coreProperties>
</file>