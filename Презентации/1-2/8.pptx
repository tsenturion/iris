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18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1295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 модели к системе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003649"/>
            <a:ext cx="629686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Современный ИИ — это многоуровневая архитектура. В центре — фундаментальная модель, вокруг неё — управление контекстом, инструменты, поиск, выполнение кода и безопасность.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системы определяется не числом параметров, а тем, что она способна выполнить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 начала до конца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Семейство моделей вокруг общего ядра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176091"/>
            <a:ext cx="6903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Провайдеры строят не одну максимально большую модель, а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семейство вариантов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вокруг единого технологического направления.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Каждый вариант оптимизирован под свой баланс сложности, скорости и стоимости — чтобы не тратить дорогие вычисления на простые задачи.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7518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Разреженные архитектуры и выборочная активация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00661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Рост модели больше не означает пропорциональный рост вычислений. В каждый момент активируется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только нужная часть параметров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3700661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 позволяет одновременно увеличивать потенциальную ёмкость системы и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контролировать стоимость инференса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91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Единая обработка разных форм информации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9779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997795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Текст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406477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Основа взаимодействия — язык и структурированные данные.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9779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997795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Изображения и видео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406477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Визуальная информация воспринимается в едином контексте с текстом.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997795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997795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Аудио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406477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Звук становится равноправным входным каналом модели.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356682" y="45263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Мультимодальность превращается из дополнительной возможности в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стандартное свойство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фундаментальной модели.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06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Динамическое распределение вычислений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37408"/>
            <a:ext cx="6903269" cy="2857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4757" y="3230311"/>
            <a:ext cx="1115553" cy="382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Простой запрос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4757" y="3667360"/>
            <a:ext cx="1115553" cy="459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Минимальные вычисления, быстрый ответ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280085" y="3230311"/>
            <a:ext cx="1115553" cy="382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Сложная задача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80085" y="3667360"/>
            <a:ext cx="1115553" cy="459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Максимальные ресурсы, глубокая обработка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32251" y="2873673"/>
            <a:ext cx="350421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Объём вычислений теперь меняется не только при обучении, но и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во время выполнения запроса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Стоимость определяется не размером входа и выхода, а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сложностью самой задачи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как рабочее пространство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60216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Большой объём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64259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Контекстное окно охватывает целую информационную среду, а не отдельный документ.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360216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Точный поиск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964259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находит значимые данные внутри большого контекста без потери фокуса.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55830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Согласованность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Действия остаются последовательными на протяжении всей работы.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5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Инструменты как часть архитектуры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24882"/>
            <a:ext cx="6110135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больше не ограничена знаниями, зашитыми в параметры. Она обращается к поиску, выполняет код, работает с файлами и взаимодействует с внешними системами.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Архитектура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разделяет рассуждение и получение фактов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это делает систему значительно надёжнее.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117" y="1717278"/>
            <a:ext cx="4297354" cy="42974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5148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 ответа к последовательности действий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832" y="2644577"/>
            <a:ext cx="4643817" cy="27561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92002" y="4539083"/>
            <a:ext cx="1154350" cy="6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Решить следующий шаг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837203" y="4539083"/>
            <a:ext cx="1154351" cy="6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Выполнить и проанализировать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358686" y="4650270"/>
            <a:ext cx="1154350" cy="444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Получить цель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233360" y="5592663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Единицей работы становится не одно сообщение, а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целая траектория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Качество агента — это устойчивость всей цепочки решений.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260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Специализация на основе универсальной модели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36379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с нуля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420666"/>
            <a:ext cx="5770220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Специализированные варианты строятся не как отдельные нейросети, а как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мощное фундаментальное ядро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с настроенным поведением и защитными механизмами под конкретную область.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Там, где особенно важны точность и специфическое поведение, универсальность уступает место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целевой специализации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3077" y="2747367"/>
            <a:ext cx="4909519" cy="2827933"/>
          </a:xfrm>
          <a:prstGeom prst="roundRect">
            <a:avLst>
              <a:gd name="adj" fmla="val 4812"/>
            </a:avLst>
          </a:prstGeom>
          <a:solidFill>
            <a:srgbClr val="7DDB51"/>
          </a:solidFill>
          <a:ln/>
        </p:spPr>
      </p:sp>
      <p:sp>
        <p:nvSpPr>
          <p:cNvPr id="6" name="Text 4"/>
          <p:cNvSpPr/>
          <p:nvPr/>
        </p:nvSpPr>
        <p:spPr>
          <a:xfrm>
            <a:off x="6952084" y="2936379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Принцип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952084" y="3420666"/>
            <a:ext cx="45315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Сначала — универсальная мощь. Затем — специализация поведения.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73609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Управляемая вычислительная экосистема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5233360" y="1899940"/>
            <a:ext cx="6296860" cy="866973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3616" y="2070199"/>
            <a:ext cx="59563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Фундаментальная модель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03616" y="2378968"/>
            <a:ext cx="59563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Ядро системы с механизмами рассуждения.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33360" y="2887861"/>
            <a:ext cx="6296860" cy="866973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3616" y="3058120"/>
            <a:ext cx="59563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и инструменты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03616" y="3366889"/>
            <a:ext cx="59563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Управление информацией и доступ к внешним ресурсам.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3360" y="3875782"/>
            <a:ext cx="6296860" cy="866973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3616" y="4046041"/>
            <a:ext cx="59563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Агентный цикл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03616" y="4354810"/>
            <a:ext cx="59563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Кэширование, оркестрация и системы контроля.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33360" y="4863703"/>
            <a:ext cx="6296860" cy="866973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C5DC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03616" y="5033963"/>
            <a:ext cx="59563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Безопасность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403616" y="5342731"/>
            <a:ext cx="59563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Часть архитектуры, а не внешняя проверка.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928568" y="5866705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Пользователь видит единый интерфейс — за ним работает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управляемая экосистема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PresentationFormat>Широкоэкранный</PresentationFormat>
  <Paragraphs>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 Bold</vt:lpstr>
      <vt:lpstr>Arial</vt:lpstr>
      <vt:lpstr>Nunito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2026-10-04T22:09:12Z</dcterms:created>
  <dcterms:modified xsi:type="dcterms:W3CDTF">2026-10-04T22:10:06Z</dcterms:modified>
</cp:coreProperties>
</file>