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  <p:embeddedFont>
      <p:font typeface="Nunito Sans Light" pitchFamily="2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74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05768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Место машинного обучения в искусственном интеллекте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437507"/>
            <a:ext cx="2929360" cy="3361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ИИ — широкая область, включающая разные подходы к решению интеллектуальных задач. Машинное обучение — один из них: система не получает готовые правила, а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выявляет закономерности из примеров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Вместо явного кодирования логики разработчик задаёт структуру и процедуру, а модель сама находит нужные зависимости.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5324" y="2437507"/>
            <a:ext cx="2929360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Обучение здесь — это не накопление знаний, а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математическая процедура подстройки внутренних коэффициентов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Система минимизирует ошибку, сравнивая свои предсказания с реальностью.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Математическая модель как основа машинного обучения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17838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— это функция, которая берёт входные данные (признаки объекта, значения датчиков, пиксели) и выдаёт результат: класс, число или прогноз. Внутри неё находятся коэффициенты, изначально случайные или нулевые.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Во время обучения эти коэффициенты подстраиваются так, чтобы выход модели совпадал с правильными ответами.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Логика возникает из данных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написана человеком — это принципиальное отличие от программы с жёсткими условиями.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17563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Данные в процессе обучения модели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026444"/>
            <a:ext cx="6296860" cy="1405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9239" y="2206129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важнее объёма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9239" y="2539008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Большой массив данных не спасает, если он не охватывает реальное разнообразие ситуаций. Топливо машинного обучения должно быть репрезентативным.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568402"/>
            <a:ext cx="6296860" cy="11677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9239" y="3748088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Смещение выборки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9239" y="4080966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примеры собраны только из одного контекста, модель привыкнет к его особенностям и будет плохо работать в других условиях.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872633"/>
            <a:ext cx="6296860" cy="11677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9239" y="5052318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Ложные закономерности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9239" y="5385197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данных могут быть ошибки или случайные совпадения, которые модель примет за важные паттерны и будет использовать при прогнозировании.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 и применение модели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Инференс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Фиксация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Коррекция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Примеры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Разделение фаз важно практически: обучение может быть долгим и ресурсоёмким, тогда как применение должно быть быстрым и эффективным.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79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Обобщение как центральная задача машинного обучения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5618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нужна не для того, чтобы помнить примеры из обучающего набора, а чтобы работать с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новыми, неизвестными объектами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Это называется обобщением — способность применять выученные закономерности к незнакомым ситуациям.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модели проверяется не на тех данных, на которых она училась, а на новых, которые она не видела.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332776" y="2288183"/>
            <a:ext cx="2507394" cy="2077541"/>
          </a:xfrm>
          <a:prstGeom prst="roundRect">
            <a:avLst>
              <a:gd name="adj" fmla="val 382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28133" y="2483545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Слишком простая модель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528133" y="3263106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уловит важные зависимости — недообучение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029176" y="2288183"/>
            <a:ext cx="2507394" cy="2077541"/>
          </a:xfrm>
          <a:prstGeom prst="roundRect">
            <a:avLst>
              <a:gd name="adj" fmla="val 382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24533" y="2483545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Слишком сложная модель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224533" y="3263106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Запомнит все примеры и не сможет обобщать — переобучение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4554736"/>
            <a:ext cx="5203794" cy="1479848"/>
          </a:xfrm>
          <a:prstGeom prst="roundRect">
            <a:avLst>
              <a:gd name="adj" fmla="val 536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133" y="4750098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Баланс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528133" y="5234384"/>
            <a:ext cx="48130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Оптимальная сложность — ключ к хорошему обобщению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7235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Переход от машинного обучения к глубокому обучению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316784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Обычное машинное обучение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096345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Инженер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вручную выбирает признаки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объекта и передаёт их модели. Качество во многом зависит от экспертизы при конструировании признаков.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3316784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Глубокое обучение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46833" y="3801070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Нейронная сеть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сама извлекает признаки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из сырых данных, слой за слоем преобразуя исходный сигнал. Особенно эффективна для изображений, текста и звука.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718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слои нейронной сети преобразуют данные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46" y="1566168"/>
            <a:ext cx="2919240" cy="2919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767211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Данные проходят через сеть слой за слоем. Каждый слой работает не с исходными данными, а с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результатом предыдущего слоя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4829969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5099943"/>
            <a:ext cx="3520788" cy="1905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223073"/>
            <a:ext cx="35207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Ранние слои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5580559"/>
            <a:ext cx="35207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Улавливают простые паттерны — края, текстуры, базовые формы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35354" y="4829969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5354" y="5099943"/>
            <a:ext cx="3520888" cy="1905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1" name="Text 8"/>
          <p:cNvSpPr/>
          <p:nvPr/>
        </p:nvSpPr>
        <p:spPr>
          <a:xfrm>
            <a:off x="4335354" y="5223073"/>
            <a:ext cx="35208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Средние слои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335354" y="5580559"/>
            <a:ext cx="35208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Комбинируют простые паттерны в более сложные структуры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09332" y="4829969"/>
            <a:ext cx="340213" cy="212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09332" y="5099943"/>
            <a:ext cx="3520888" cy="1905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5" name="Text 12"/>
          <p:cNvSpPr/>
          <p:nvPr/>
        </p:nvSpPr>
        <p:spPr>
          <a:xfrm>
            <a:off x="8009332" y="5223073"/>
            <a:ext cx="35208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Глубокие слои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009332" y="5580559"/>
            <a:ext cx="352088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Формируют высокоуровневые представления — объекты, концепции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07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Параметры и масштаб глубоких моделей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389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млрд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25" y="332382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Параметров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73251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Современные крупные сети содержат миллиарды коэффициентов, каждый из которых — просто число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46389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↑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085" y="332382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Гибкость vs. данные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73251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Больше параметров — больше гибкости, но и больше данных и вычислительной мощи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46389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GPU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45" y="332382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Ускорители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732510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обучения крупных сетей нужны специальные ускорители и распределённые вычисления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85239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Размер сам по себе не гарантирует качество — огромная модель на малом наборе данных просто переучится. После обучения модель можно оптимизировать для работы на более слабом оборудовании.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497806"/>
            <a:ext cx="2896718" cy="3862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691555"/>
            <a:ext cx="7820822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Машинное обучение не равно пониманию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3709399" y="1926729"/>
            <a:ext cx="3725968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точность модели не означает, что она что-то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понимает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Она находит статистические закономерности в данных и использует их для предсказаний — это не то же самое, что человеческое понимание причин и следствий.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602" y="1953915"/>
            <a:ext cx="3725968" cy="13507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57055" y="2124174"/>
            <a:ext cx="330925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Паттерн без контекста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057055" y="2481362"/>
            <a:ext cx="330925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может отлично распознавать паттерн, не имея целостного представления о ситуации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602" y="3425627"/>
            <a:ext cx="3725968" cy="13507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7055" y="3595886"/>
            <a:ext cx="330925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Зависимость от условий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57055" y="3953073"/>
            <a:ext cx="330925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условия меняются, старые закономерности теряют силу — модель нужно переобучать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0602" y="4897338"/>
            <a:ext cx="3725968" cy="11330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57055" y="5067598"/>
            <a:ext cx="330925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Инструмент, не истина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057055" y="5424785"/>
            <a:ext cx="330925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зависит от совпадения условий применения с условиями обучения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42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Соотношение машинного и глубокого обучения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34" y="1488877"/>
            <a:ext cx="3241594" cy="3241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394446"/>
            <a:ext cx="5226911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ИИ, машинное обучение и глубокое обучение — это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вложенные категории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конкурирующие технологии. Выбор между ними определяется задачей.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Суть одна: модель учится на данных, находит закономерности и применяет их к новым объектам.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5075039"/>
            <a:ext cx="5357778" cy="1227435"/>
          </a:xfrm>
          <a:prstGeom prst="roundRect">
            <a:avLst>
              <a:gd name="adj" fmla="val 582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7881" y="5251450"/>
            <a:ext cx="50049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Структурированные данные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7881" y="5608935"/>
            <a:ext cx="50049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Чёткие признаки → простая модель может быть достаточной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343" y="5075039"/>
            <a:ext cx="5357877" cy="1227435"/>
          </a:xfrm>
          <a:prstGeom prst="roundRect">
            <a:avLst>
              <a:gd name="adj" fmla="val 582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48750" y="5251450"/>
            <a:ext cx="50050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Изображения, текст, звук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348750" y="5608935"/>
            <a:ext cx="50050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Неочевидные признаки → глубокие сети показывают преимущество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Nunito Sans</vt:lpstr>
      <vt:lpstr>Nunito Sans Bold</vt:lpstr>
      <vt:lpstr>Arial</vt:lpstr>
      <vt:lpstr>Nunito Sans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2026-10-04T22:08:52Z</dcterms:created>
  <dcterms:modified xsi:type="dcterms:W3CDTF">2026-10-04T22:09:52Z</dcterms:modified>
</cp:coreProperties>
</file>