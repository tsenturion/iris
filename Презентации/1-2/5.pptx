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Nunito Sans" pitchFamily="2" charset="-52"/>
      <p:regular r:id="rId13"/>
    </p:embeddedFont>
    <p:embeddedFont>
      <p:font typeface="Nunito Sans Bold" charset="-52"/>
      <p:regular r:id="rId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3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81721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FF6D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4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1645245"/>
            <a:ext cx="6296860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Зачем нужны разные подходы к определению ИИ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5233360" y="3700661"/>
            <a:ext cx="6296860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Интеллект можно оценивать по-разному: сравнивая с человеком или с идеальным стандартом, анализируя внутренний процесс или только результат. Эти два измерения создают четыре классических подхода, которые определяют, как мы проектируем системы и проверяем их качество.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FF6D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940520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Подход «действовать как человек»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661475" y="3405287"/>
            <a:ext cx="6296860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Система оценивается по внешнему поведению — насколько убедительно она имитирует человека в диалоге. Тест Тьюринга проверяет именно это: может ли машина поддерживать беседу так, чтобы собеседник не смог отличить её от человека. Внутренний механизм при этом может быть совершенно нечеловеческим.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518841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Возможности и ограничения человекоподобного поведения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525350" y="2983607"/>
            <a:ext cx="5476043" cy="2355453"/>
          </a:xfrm>
          <a:prstGeom prst="roundRect">
            <a:avLst>
              <a:gd name="adj" fmla="val 5778"/>
            </a:avLst>
          </a:prstGeom>
          <a:solidFill>
            <a:srgbClr val="061B40"/>
          </a:solidFill>
          <a:ln/>
        </p:spPr>
      </p:sp>
      <p:sp>
        <p:nvSpPr>
          <p:cNvPr id="4" name="Text 2"/>
          <p:cNvSpPr/>
          <p:nvPr/>
        </p:nvSpPr>
        <p:spPr>
          <a:xfrm>
            <a:off x="714357" y="3172619"/>
            <a:ext cx="509802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Преимущество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714357" y="3656905"/>
            <a:ext cx="509802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Можно оценивать систему через прямое взаимодействие, не разбираясь в её архитектуре.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332776" y="3172619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Ограничение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6332776" y="3656905"/>
            <a:ext cx="5203794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Убедительный текст и правильная терминология не означают реального понимания. Система может имитировать компетентность, оставаясь поверхностной — это особенно опасно в контексте социальной инженерии.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676797"/>
            <a:ext cx="3504219" cy="350430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33201" y="2148384"/>
            <a:ext cx="6903269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Подход «мыслить как человек»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4633201" y="3518694"/>
            <a:ext cx="6903269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Здесь важен не результат, а процесс. Система должна воспроизводить механизмы человеческого мышления, изученные через психологию и нейронауку. Искусственный интеллект становится исследовательским инструментом для проверки гипотез о том, как работает человеческий ум.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625699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Почему человеческое мышление не идеальный эталон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3185021"/>
            <a:ext cx="5339820" cy="20471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77479" y="3399433"/>
            <a:ext cx="48094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Человек ошибается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977479" y="3808115"/>
            <a:ext cx="480940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Люди неправильно оценивают вероятности и делают поспешные выводы. Система, точно копирующая человека, унаследует его ошибки.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90301" y="3185021"/>
            <a:ext cx="5339919" cy="20471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506305" y="3399433"/>
            <a:ext cx="48095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Ограничение без смысла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6506305" y="3808115"/>
            <a:ext cx="4809509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Если цель — эффективное решение задачи, а не изучение человека, нет смысла искусственно ограничивать алгоритм человеческими недостатками.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FF6D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4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2091730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Подход «мыслить рационально»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5233360" y="3556496"/>
            <a:ext cx="6296860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Система должна рассуждать по правилам формальной логики: если исходные данные верны и применены допустимые операции, вывод логически следует из информации. Преимущество — полная прозрачность рассуждения: можно объяснить каждый шаг решения.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2061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Ограничения чисто логического подхода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707356"/>
            <a:ext cx="6903269" cy="43174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32441" y="3658535"/>
            <a:ext cx="1423231" cy="477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Вычислительная сложность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3401174" y="5483830"/>
            <a:ext cx="1423231" cy="477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Нужно явных правил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970305" y="3657607"/>
            <a:ext cx="1423231" cy="477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Неявные признаки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3401174" y="1651836"/>
            <a:ext cx="1423231" cy="7155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Требование точных данных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032251" y="2505174"/>
            <a:ext cx="3504219" cy="27217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Формальная логика требует точных данных и явно описанных правил. Реальность полна неопределённости и косвенных признаков. При большом количестве правил и объектов система становится вычислительно сложной. Поэтому логика — полезный инструмент, но не универсальное решение.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148384"/>
            <a:ext cx="6903269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Подход «действовать рационально»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3518694"/>
            <a:ext cx="6903269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Система выбирает действия, которые лучше всего достигают поставленную цель на основе доступной информации. Не требует сходства с человеком или логической прозрачности — главное, чтобы механизм обеспечивал эффективное поведение в конкретных условиях.</a:t>
            </a:r>
            <a:endParaRPr lang="en-US" sz="1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2251" y="1676797"/>
            <a:ext cx="3504219" cy="350430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FF6D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4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1607443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Цель и критерий рационального поведения</a:t>
            </a:r>
            <a:endParaRPr lang="en-US" sz="3700" dirty="0"/>
          </a:p>
        </p:txBody>
      </p:sp>
      <p:sp>
        <p:nvSpPr>
          <p:cNvPr id="5" name="Shape 2"/>
          <p:cNvSpPr/>
          <p:nvPr/>
        </p:nvSpPr>
        <p:spPr>
          <a:xfrm>
            <a:off x="5233360" y="3072209"/>
            <a:ext cx="6296860" cy="1058366"/>
          </a:xfrm>
          <a:prstGeom prst="roundRect">
            <a:avLst>
              <a:gd name="adj" fmla="val 7501"/>
            </a:avLst>
          </a:prstGeom>
          <a:solidFill>
            <a:srgbClr val="FCF2B5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2367" y="3339902"/>
            <a:ext cx="236234" cy="18901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847608" y="3308449"/>
            <a:ext cx="54936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Если система оптимизирует неправильный показатель, она будет очень эффективно решать неправильную задачу.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5233360" y="4343202"/>
            <a:ext cx="629686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Рациональный агент не может работать без чётко определённого критерия успеха. Постановка цели — это часть проектирования, а не что-то, что система определяет сама.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8788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Соотношение четырёх подходов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656556"/>
            <a:ext cx="6080072" cy="339357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5262761"/>
            <a:ext cx="1086874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Два подхода ориентированы на человека, два — на рациональность. Реальные системы часто комбинируют несколько принципов. Современный прикладной ИИ тяготеет к модели рационального агента: она не требует копировать человека, а просто решает задачу эффективнее в узкой области.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471</Words>
  <Application>Microsoft Office PowerPoint</Application>
  <PresentationFormat>Широкоэкранный</PresentationFormat>
  <Paragraphs>41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Nunito Sans Bold</vt:lpstr>
      <vt:lpstr>Arial</vt:lpstr>
      <vt:lpstr>Nunito Sans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Ефимов Матвей Александрович</cp:lastModifiedBy>
  <cp:revision>2</cp:revision>
  <dcterms:created xsi:type="dcterms:W3CDTF">2026-10-04T21:51:16Z</dcterms:created>
  <dcterms:modified xsi:type="dcterms:W3CDTF">2026-10-04T22:02:59Z</dcterms:modified>
</cp:coreProperties>
</file>