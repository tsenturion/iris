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bold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9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45270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алгоритм машинного обучения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338090"/>
            <a:ext cx="6296860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машинного обучения — это математический метод, который находит закономерности в данных и строит зависимость между входными признаками и результатом. Разные алгоритмы представляют эти закономерности по-разному: одни работают с линейными связями, другие делят пространство на области, третьи сравнивают объекты между собой.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9042" y="3803154"/>
            <a:ext cx="3185834" cy="2009577"/>
          </a:xfrm>
          <a:prstGeom prst="roundRect">
            <a:avLst>
              <a:gd name="adj" fmla="val 6095"/>
            </a:avLst>
          </a:prstGeom>
          <a:solidFill>
            <a:srgbClr val="061B40"/>
          </a:solidFill>
          <a:ln/>
        </p:spPr>
      </p:sp>
      <p:sp>
        <p:nvSpPr>
          <p:cNvPr id="7" name="Text 4"/>
          <p:cNvSpPr/>
          <p:nvPr/>
        </p:nvSpPr>
        <p:spPr>
          <a:xfrm>
            <a:off x="709099" y="3956248"/>
            <a:ext cx="28457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определяет выбор алгоритма?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09099" y="4640759"/>
            <a:ext cx="28457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Размер данных, количество признаков, наличие нелинейных зависимостей и требования к скорости.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716" y="3956248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Главный принцип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023716" y="4375051"/>
            <a:ext cx="294096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Универсального решения не существует — каждый метод имеет свои сильные и слабые стороны.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5898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Линейная регрессия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1985566"/>
            <a:ext cx="2952478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Линейная регрессия предсказывает числовые значения, представляя результат как линейную комбинацию входных признаков. Каждому признаку присваивается коэффициент, отражающий силу его влияния на итоговое значение.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2207" y="2016323"/>
            <a:ext cx="2952478" cy="14601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8085" y="2196009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Преимущество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268085" y="2583557"/>
            <a:ext cx="251691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Простота и интерпретируемость: по коэффициентам легко понять влияние каждого признака.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2207" y="3612952"/>
            <a:ext cx="2952478" cy="19355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68085" y="3792637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Ограничение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268085" y="4180185"/>
            <a:ext cx="2516918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Неспособность описывать сложные нелинейные зависимости без предварительного преобразования данных.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Логистическая регрессия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26370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Несмотря на название, логистическая регрессия используется для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классификации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Она вычисляет вероятность принадлежности объекта к определённому классу, преобразуя результат в значение от 0 до 1, которое затем сравнивается с порогом для принятия решения.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64867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92906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86595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Часто служит хорошей базовой моделью, с которой сравнивают более сложные методы.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490071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ценится за скорость, простоту и способность объяснить влияние признаков.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8206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Деревья решений</a:t>
            </a:r>
            <a:endParaRPr lang="en-US" sz="3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705273"/>
            <a:ext cx="897808" cy="1077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1721" y="1884759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Узел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301721" y="2267545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Проверяется значение признака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2782689"/>
            <a:ext cx="897808" cy="1077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01721" y="2962176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Ветвь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301721" y="3344962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Объект направляется по одному из путей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3860105"/>
            <a:ext cx="897808" cy="1077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01721" y="4039592"/>
            <a:ext cx="5228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Лист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6301721" y="4422378"/>
            <a:ext cx="5228499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Формируется итоговый прогноз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5233360" y="5129411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Главное достоинство —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наглядность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возможность проследить логику решения. Слишком глубокое дерево переобучается на частных особенностях обучающих данных и плохо работает на новых примерах.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96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Случайный лес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68835"/>
            <a:ext cx="5203794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Случайный лес объединяет множество деревьев решений, каждое из которых обучается на немного отличающихся данных и использует случайно выбранные признаки. Итоговое решение получается путём объединения результатов всех деревьев.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Такой подход снижает зависимость от ошибок отдельного дерева и повышает устойчивость модели. Алгоритм хорошо работает с табличными данными и нелинейными зависимостями, но теряет прозрачность из-за большого количества компонентов.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124" y="1726406"/>
            <a:ext cx="4279098" cy="42792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00150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Метод опорных векторов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2017216"/>
            <a:ext cx="3063104" cy="2155329"/>
          </a:xfrm>
          <a:prstGeom prst="roundRect">
            <a:avLst>
              <a:gd name="adj" fmla="val 349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7307" y="2203053"/>
            <a:ext cx="269144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47307" y="2585839"/>
            <a:ext cx="2691440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Ищет границу, максимизирующую расстояние до ближайших объектов каждого класса.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95131" y="2017216"/>
            <a:ext cx="3063203" cy="2155329"/>
          </a:xfrm>
          <a:prstGeom prst="roundRect">
            <a:avLst>
              <a:gd name="adj" fmla="val 3499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0964" y="2203053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Ядровые преобразования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80964" y="2866330"/>
            <a:ext cx="2691539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данные нельзя разделить простой границей — алгоритм работает в пространстве большей размерности.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75" y="4343102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7307" y="452893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Применимость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491172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Эффективен на наборах среднего размера и при большом количестве признаков.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267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Метод k ближайших соседей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5185" y="1621631"/>
            <a:ext cx="3343787" cy="28871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01777" y="3727552"/>
            <a:ext cx="1218254" cy="469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Предсказание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2741411" y="3844896"/>
            <a:ext cx="1218253" cy="23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017270" y="2007890"/>
            <a:ext cx="351920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это работает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17270" y="2458938"/>
            <a:ext cx="3519201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определяет класс нового объекта на основе нескольких наиболее похожих примеров из обучающего набора. Основные вычисления происходят при обработке каждого нового объекта, а не на этапе обучения.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92576"/>
            <a:ext cx="5349047" cy="13527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7954" y="5097463"/>
            <a:ext cx="483768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Плюс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967954" y="5480248"/>
            <a:ext cx="483768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Быстрое обучение — модель не строится заранее.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1074" y="4892576"/>
            <a:ext cx="5349146" cy="13527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87553" y="5097463"/>
            <a:ext cx="483778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Минус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487553" y="5480248"/>
            <a:ext cx="483778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Медленная обработка при большом объёме данных; сильная зависимость от масштабирования признаков.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68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Наивный байесовский классификатор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36" y="1620639"/>
            <a:ext cx="2927078" cy="29271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664023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строит прогноз на основе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теоремы Байеса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оценивая вероятность класса при наблюдаемых признаках. Он предполагает условную независимость признаков внутри каждого класса, хотя в реальности это часто не так.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4931569"/>
            <a:ext cx="10868745" cy="1314648"/>
          </a:xfrm>
          <a:prstGeom prst="roundRect">
            <a:avLst>
              <a:gd name="adj" fmla="val 573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4937919"/>
            <a:ext cx="5428023" cy="1301948"/>
          </a:xfrm>
          <a:custGeom>
            <a:avLst/>
            <a:gdLst/>
            <a:ahLst/>
            <a:cxnLst/>
            <a:rect l="l" t="t" r="r" b="b"/>
            <a:pathLst>
              <a:path w="5428023" h="1301948">
                <a:moveTo>
                  <a:pt x="62849" y="0"/>
                </a:moveTo>
                <a:lnTo>
                  <a:pt x="5428023" y="0"/>
                </a:lnTo>
                <a:lnTo>
                  <a:pt x="5428023" y="1301948"/>
                </a:lnTo>
                <a:lnTo>
                  <a:pt x="62849" y="1301948"/>
                </a:lnTo>
                <a:arcTo wR="62849" hR="62850" stAng="5400000" swAng="5400000"/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847307" y="5117405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Скорость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5500191"/>
            <a:ext cx="5069058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скорость и низкие вычислительные требования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848" y="4937919"/>
            <a:ext cx="5428023" cy="1301948"/>
          </a:xfrm>
          <a:custGeom>
            <a:avLst/>
            <a:gdLst/>
            <a:ahLst/>
            <a:cxnLst/>
            <a:rect l="l" t="t" r="r" b="b"/>
            <a:pathLst>
              <a:path w="5428023" h="1301948">
                <a:moveTo>
                  <a:pt x="0" y="0"/>
                </a:moveTo>
                <a:lnTo>
                  <a:pt x="5365174" y="0"/>
                </a:lnTo>
                <a:arcTo wR="62849" hR="62850" stAng="16200000" swAng="5400000"/>
                <a:lnTo>
                  <a:pt x="5428023" y="1239098"/>
                </a:lnTo>
                <a:arcTo wR="62849" hR="62850" stAng="0" swAng="5400000"/>
                <a:lnTo>
                  <a:pt x="0" y="1301948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6095848" y="4937919"/>
            <a:ext cx="25399" cy="1301948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6275330" y="5117405"/>
            <a:ext cx="506905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Область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75330" y="5500191"/>
            <a:ext cx="506905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эффективен в анализе текста и на больших наборах данных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575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Кластеризация методом k-means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813414"/>
            <a:ext cx="6296860" cy="30779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6738" y="2682762"/>
            <a:ext cx="6246334" cy="1425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Цель — сделать объекты внутри одного кластера похожими друг на друга, а объекты из разных кластеров — различными. Основное ограничение: необходимость заранее указать количество кластеров, и алгоритм лучше всего работает с группами простой формы.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82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Ансамблевые алгоритмы и выбор модели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3989"/>
            <a:ext cx="7356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Градиентный бустинг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238276"/>
            <a:ext cx="73563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Строит модели последовательно: каждая новая модель исправляет ошибки предыдущих. Реализации вроде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XGBoost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LightGBM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широко применяются для табличных данных.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34544"/>
            <a:ext cx="735639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выбирать алгоритм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18830"/>
            <a:ext cx="73563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Сравнивайте несколько моделей на одинаковых данных с учётом не только качества прогноза, но и скорости, устойчивости, требований к ресурсам и объяснимости.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372" y="1704975"/>
            <a:ext cx="3051099" cy="305117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518140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FF6D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449094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75723" y="5417641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Правильный подход — выбрать наиболее подходящий инструмент для конкретной задачи, а не искать универсальное решение.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594</Words>
  <Application>Microsoft Office PowerPoint</Application>
  <PresentationFormat>Широкоэкранный</PresentationFormat>
  <Paragraphs>67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3</cp:revision>
  <dcterms:created xsi:type="dcterms:W3CDTF">2026-10-06T09:13:54Z</dcterms:created>
  <dcterms:modified xsi:type="dcterms:W3CDTF">2026-10-06T09:29:52Z</dcterms:modified>
</cp:coreProperties>
</file>