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70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1060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Зачем преобразовывать трафик в признаки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145433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Модели машинного обучения работают с числами — не с сырыми пакетами. Между захватом трафика и обучением модели необходим этап преобразования.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046833" y="3187998"/>
            <a:ext cx="2917851" cy="1946672"/>
          </a:xfrm>
          <a:prstGeom prst="roundRect">
            <a:avLst>
              <a:gd name="adj" fmla="val 4078"/>
            </a:avLst>
          </a:prstGeom>
          <a:solidFill>
            <a:srgbClr val="DFF6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840" y="346839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1081" y="3405287"/>
            <a:ext cx="211459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важное поведение не отражено ни в одном признаке — алгоритм его не заметит.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3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 пакетов к вектору признаков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64" y="1749127"/>
            <a:ext cx="2919240" cy="2919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243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нужна агрегация?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0672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Разные соединения содержат разное количество пакетов — от нескольких до тысяч. Переменная последовательность сворачивается в вектор фиксированной структуры.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5093692"/>
            <a:ext cx="10868745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5100042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66156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66156" y="1089124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528905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Теряем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5697736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Детализацию каждого пакета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095848" y="5100042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022966"/>
                </a:lnTo>
                <a:arcTo wR="66156" hR="6615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48" y="5100042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6284854" y="528905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Получаем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284854" y="5697736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Стандартное представление для алгоритмов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94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Базовые количественные признаки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73610"/>
            <a:ext cx="3496877" cy="2167434"/>
          </a:xfrm>
          <a:prstGeom prst="roundRect">
            <a:avLst>
              <a:gd name="adj" fmla="val 366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568972"/>
            <a:ext cx="567021" cy="56703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72484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325019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Количество пакетов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Сколько единиц данных передано в потоке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47359" y="2373610"/>
            <a:ext cx="3496877" cy="2167434"/>
          </a:xfrm>
          <a:prstGeom prst="roundRect">
            <a:avLst>
              <a:gd name="adj" fmla="val 366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42716" y="2568972"/>
            <a:ext cx="567021" cy="56703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724845"/>
            <a:ext cx="255085" cy="2550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2716" y="3325019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Объём данных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Суммарный размер переданной информации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033244" y="2373610"/>
            <a:ext cx="3496877" cy="2167434"/>
          </a:xfrm>
          <a:prstGeom prst="roundRect">
            <a:avLst>
              <a:gd name="adj" fmla="val 366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8600" y="2568972"/>
            <a:ext cx="567021" cy="567035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2724845"/>
            <a:ext cx="255085" cy="2550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8600" y="3325019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Продолжительность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Время от первого до последнего пакета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1475" y="475367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Короткое служебное соединение и длительная передача файла различаются по объёму и времени — даже при одном протоколе.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Статистические признаки размера пакетов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012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вычисляется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38028"/>
            <a:ext cx="2175019" cy="21227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852440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Среднее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336727"/>
            <a:ext cx="16446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Типичный размер пакета в потоке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501" y="2638028"/>
            <a:ext cx="2175118" cy="21227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41505" y="2852440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Мин / Макс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341505" y="3336727"/>
            <a:ext cx="164470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Границы диапазона размеров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9626" y="2638028"/>
            <a:ext cx="2175118" cy="21227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05630" y="2852440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Разброс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5705630" y="3336727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Однородность или неравномерность передачи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1705173"/>
            <a:ext cx="3504219" cy="35043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563473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Два потока с одинаковым общим объёмом могут состоять из нескольких крупных пакетов или из множества мелких — разброс это раскрывает.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Временные признаки обмена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6308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Ритм взаимодействия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74736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Интервалы между пакетами описывают характер потока. Два потока с одинаковым числом пакетов могут кардинально различаться: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522266"/>
            <a:ext cx="690326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Непрерывный поток — пакеты идут почти без пауз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Прерывистый поток — между пакетами длительные паузы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405809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686201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623098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 зашифрованном трафике интервалы становятся косвенным источником информации о поведении.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20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Направленные признаки и асимметрия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6172"/>
            <a:ext cx="945035" cy="11340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5517" y="1945184"/>
            <a:ext cx="97347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Инициатор → Сервер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795517" y="2353866"/>
            <a:ext cx="97347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Маленькие запросы, редкие обращения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90242"/>
            <a:ext cx="945035" cy="11340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95517" y="3079254"/>
            <a:ext cx="97347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Сервер → Инициатор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795517" y="3487936"/>
            <a:ext cx="97347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Крупные ответы, высокий объём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24313"/>
            <a:ext cx="945035" cy="11340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95517" y="4213324"/>
            <a:ext cx="97347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Отношение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795517" y="4622006"/>
            <a:ext cx="97347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Числовой показатель асимметрии взаимодействия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537100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Одно приложение отправляет маленькие запросы и получает крупные ответы; другое передаёт примерно одинаковый объём в обе стороны — направленные признаки это фиксируют.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5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Признаки состояния TCP-протокола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8383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Флаги TCP как числовые характеристики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8116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TCP управляет соединением через флаги. Их распределение внутри потока преобразуется в признаки.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748" y="1648321"/>
            <a:ext cx="2541226" cy="254129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14863"/>
            <a:ext cx="3496877" cy="168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96410" y="475664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75881" y="537081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SYN / ACK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75881" y="5779492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Установление соединения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614863"/>
            <a:ext cx="3496877" cy="1681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2294" y="475664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4561766" y="537081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FIN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4561766" y="5779492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Нормальное завершение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4614863"/>
            <a:ext cx="3496877" cy="168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68179" y="475664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8247650" y="537081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RST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8247650" y="5779492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Сброс — аномальное поведение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2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Категориальные признаки: адреса и порты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3595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 прямого кодирования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42024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IP-адреса, протоколы и состояния — не числа в обычном смысле. Прямое преобразование адреса в число опасно: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16662" y="3407767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воспримет числовое расстояние между адресами как содержательную характеристику — это ошибка.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3237706"/>
            <a:ext cx="25399" cy="944959"/>
          </a:xfrm>
          <a:prstGeom prst="roundRect">
            <a:avLst>
              <a:gd name="adj" fmla="val 50001"/>
            </a:avLst>
          </a:prstGeom>
          <a:solidFill>
            <a:srgbClr val="7DDB51"/>
          </a:solidFill>
          <a:ln/>
        </p:spPr>
      </p:sp>
      <p:sp>
        <p:nvSpPr>
          <p:cNvPr id="8" name="Text 5"/>
          <p:cNvSpPr/>
          <p:nvPr/>
        </p:nvSpPr>
        <p:spPr>
          <a:xfrm>
            <a:off x="4633201" y="439529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Правильный подход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487957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Принадлежность к подсети или роль узла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Порт 80 и порт 81 — не «почти одно и то же»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Категориальное кодирование вместо числового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45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зашифрованного трафика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86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Содержимое пакетов недоступно — но внешнее поведение остаётся видимым.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5373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5624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Размеры и направления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97113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Структура пакетов сохраняется даже при шифровании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85373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5624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Интервалы и длительность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397113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Временной профиль приложения остаётся характерным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85373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56244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Протокольные метаданные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397113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TLS-версия, длина handshake, расширения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61475" y="478859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классифицирует не содержимое, а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статистический профиль поведения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он сохраняется даже при полном шифровании.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92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Формирование признакового пространства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2183705"/>
            <a:ext cx="578331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Итог преобразования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2626717"/>
            <a:ext cx="578331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сетевой объект описывается одинаковым набором полей — от десятков до сотен признаков в сложных системах.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62821"/>
            <a:ext cx="5783316" cy="2093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6025" y="4945385"/>
            <a:ext cx="1448771" cy="181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Подача в ML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86025" y="4314348"/>
            <a:ext cx="1693956" cy="181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Фиксированный вектор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86025" y="3676873"/>
            <a:ext cx="1649285" cy="181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Извлечение признаков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83327" y="1537891"/>
            <a:ext cx="4653144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Принципы хорошего пространства признаков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48066" y="2339380"/>
            <a:ext cx="408840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Значимость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48066" y="2782391"/>
            <a:ext cx="408840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Признаки отражают реальные особенности поведения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48066" y="3724672"/>
            <a:ext cx="408840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 избыточности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448066" y="4167684"/>
            <a:ext cx="408840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Дублирующие и математически связанные признаки исключаются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48066" y="5109964"/>
            <a:ext cx="408840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Больше ≠ лучше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48066" y="5552976"/>
            <a:ext cx="408840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представления важнее количества полей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Широкоэкранный</PresentationFormat>
  <Paragraphs>93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2026-10-06T21:07:30Z</dcterms:created>
  <dcterms:modified xsi:type="dcterms:W3CDTF">2026-10-06T21:10:01Z</dcterms:modified>
</cp:coreProperties>
</file>