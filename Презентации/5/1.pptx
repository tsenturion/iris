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  <p:bold r:id="rId19"/>
    </p:embeddedFont>
    <p:embeddedFont>
      <p:font typeface="Open Sans Bold" panose="020B0806030504020204" pitchFamily="34" charset="0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4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635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Статический анализ вредоносных программ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Исследование файла без его запуска — изучение внутренней структуры, технических характеристик и признаков, указывающих на вредоносное назначение.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6089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Формат Portable Executable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40506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 — стандартный формат исполняемых образов Windows: EXE, DLL и системные компоненты. Определяет организацию кода, данных и служебных структур, необходимых загрузчику ОС.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524945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8717" y="3720306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4128988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Исполняемые программы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3524945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71601" y="3720306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DLL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71601" y="4128988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Динамические библиотеки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233360" y="4815780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8717" y="501114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428717" y="541982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Системные компоненты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7299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DOS Header и начало файла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3022699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Первые два байта — сигнатура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MZ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Поле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e_lfanew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 смещению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0x3C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указывает на PE-заголовок.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840163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133255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057452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Между DOS Header и PE-заголовком располагается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DOS Stub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исторический элемент совместимости, не несущий функциональной нагрузки.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3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 Signature и COFF File Header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4515"/>
            <a:ext cx="6903269" cy="3030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32521" y="3833238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 Signature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32521" y="4073433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PE\0\0 — начало заголовка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0065" y="3786695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Characteristics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0065" y="4026890"/>
            <a:ext cx="1210084" cy="299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Свойства образа и флаги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541266" y="1992302"/>
            <a:ext cx="1210084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COFF Header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541266" y="2232496"/>
            <a:ext cx="1210084" cy="44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Machine, NumberOfSections, TimeDateStamp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32251" y="2584847"/>
            <a:ext cx="350421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Сигнатура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PE\0\0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отмечает начало основного заголовка. COFF Header задаёт архитектуру и базовые свойства образа.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130205"/>
            <a:ext cx="5339820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5881" y="5344616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0x14C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75881" y="5753298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x86 (32-бит)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190301" y="5130205"/>
            <a:ext cx="5339919" cy="1139924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4708" y="5344616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0x8664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6404708" y="575329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x64 (64-бит)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2379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Optional Header и параметры загрузки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66318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PE32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626247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32-бит образ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034929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Стандартный формат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2766318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PE32+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3626247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64-бит образ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4034929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Расширенный формат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54997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Header содержит три ключевых поля для загрузчика: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AddressOfEntryPoint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точка входа программы,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ImageBase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предпочтительный базовый адрес в памяти,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SizeOfImage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полный размер образа при загрузке.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57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Секции PE-файла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210594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216944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66156" y="0"/>
                </a:moveTo>
                <a:lnTo>
                  <a:pt x="3142080" y="0"/>
                </a:lnTo>
                <a:lnTo>
                  <a:pt x="3142080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40595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.text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814638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Исполняемый код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216944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216944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40595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814638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Изменяемые данные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3306068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3306068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349508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.rdata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390376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только для чтения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233360" y="461416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Table описывает каждую секцию: размеры и расположение. Ключевое различие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файловое смещение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RVA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(относительный виртуальный адрес) не совпадают.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25700"/>
            <a:ext cx="520379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Таблица импорта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84760"/>
            <a:ext cx="5203794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Import Directory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перечисляет используемые библиотеки.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IAT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связывает вызовы с адресами функций в памяти.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 таблице импорта определяют возможности программы — сетевые функции, работу с файлами, криптографию. Однако функции, загружаемые через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LoadLibrary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динамически, здесь не отображаются.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989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Дополнительные структуры: Data Directories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4862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15733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Export Directory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56602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Функции, предоставляемые другим модулям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44862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15733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Resource Directory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56602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Значки, строки и встроенные ресурсы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4646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95518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 Relocation Table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36386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Корректировка адресов при загрузке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246463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95518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TLS Callbacks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363865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Выполняются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точки входа — популярный приём обхода анализа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80" y="1757263"/>
            <a:ext cx="3343191" cy="3343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5165" y="1298877"/>
            <a:ext cx="6911306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Признаки подозрительных файлов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625165" y="2573337"/>
            <a:ext cx="6911306" cy="183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Структурные аномалии привлекают внимание аналитика: нетипичное число секций, несоответствие размеров, нестандартные имена, точка входа вне секции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.text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Энтропия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мера случайности данных. Высокое значение указывает на сжатие или шифрование содержимого, характерное для упакованных файлов.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25165" y="4599285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647" y="4867176"/>
            <a:ext cx="224427" cy="1794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8556" y="4797623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энтропия — признак упаковки, но не доказательство вредоносности.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09449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Цифровые подписи и ограничения анализа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845617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Authenticode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3360" y="3256702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Механизм связывает файл с подписью издателя. Подпись подтверждает целостность и происхождение — но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гарантирует безопасность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601" y="2845617"/>
            <a:ext cx="294096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Предел статического анализа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601" y="3522409"/>
            <a:ext cx="2940969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Статический анализ даёт техническое описание без запуска файла. Ни один отдельный признак не определяет вредоносность окончательно — вывод строится на совокупности данных.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448</Words>
  <Application>Microsoft Office PowerPoint</Application>
  <PresentationFormat>Широкоэкранный</PresentationFormat>
  <Paragraphs>72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Open Sans Bold</vt:lpstr>
      <vt:lpstr>Consolas</vt:lpstr>
      <vt:lpstr>Arial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2026-10-08T21:11:10Z</dcterms:created>
  <dcterms:modified xsi:type="dcterms:W3CDTF">2026-10-09T07:35:52Z</dcterms:modified>
</cp:coreProperties>
</file>