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</p:embeddedFont>
    <p:embeddedFont>
      <p:font typeface="Nunito Sans Bold" charset="-5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2373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472212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такое web-среда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2437011"/>
            <a:ext cx="2929360" cy="2800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Web-среда — это целая экосистема: веб-приложение, серверная часть, API, базы данных, механизмы аутентификации, внешние сервисы и инфраструктура обработки запросов. Все компоненты связаны между собой и образуют единую поверхность для защиты.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07210" y="2437011"/>
            <a:ext cx="2929360" cy="196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Пользователь видит только верхушку айсберга. За каждой кнопкой скрываются внутренние сервисы, платёжные системы и множество API. Нарушение в одном месте может повлиять на всю цепочку обработки данных.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92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Активы web-среды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500015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69537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Данные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104059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Учётные записи, персональные данные, финансовая информация, содержимое баз данных и токены доступа.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500015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69537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Операции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104059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Возможность выполнить перевод, изменить адрес доставки или получить доступ к функции — это тоже ценность.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500015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69537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Принцип защиты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104059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Защита строится вокруг конкретных активов, а не абстрактной идеи «защитить сайт».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472172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Активом называют всё, что имеет ценность и требует защиты. Важно понимать, что активом может быть не только информация, но и сама возможность совершить действие.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127496"/>
            <a:ext cx="4401829" cy="6602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39648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Пользовательские данные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1694061"/>
            <a:ext cx="6296860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Web-приложения хранят регистрационные данные, контактную информацию, историю действий, документы и сообщения. Опасность не только в прямой краже — отдельные фрагменты данных используются для создания более убедительных мошеннических сценариев.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288" y="2900561"/>
            <a:ext cx="5667134" cy="25936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15610" y="4775842"/>
            <a:ext cx="1063942" cy="40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Передача сторонним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974752" y="4775842"/>
            <a:ext cx="1063942" cy="40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Обработка и хранение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2641180" y="4775842"/>
            <a:ext cx="1063942" cy="40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Передача по сети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278460" y="4878322"/>
            <a:ext cx="1063942" cy="20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Ввод данных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61475" y="5666482"/>
            <a:ext cx="690644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Нарушение возможно на любом этапе жизненного цикла данных.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955565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Учётная запись как актив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727325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Компрометация аккаунта часто опаснее технической ошибки: злоумышленник получает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легитимный канал взаимодействия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После входа его действия выглядят как действия настоящего владельца.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847207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FCF2B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127599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064496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Административные аккаунты представляют особый риск — их компрометация открывает доступ к управлению частью системы.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843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Сессия и авторизация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22463"/>
            <a:ext cx="6110135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После успешной аутентификации приложение создаёт состояние, позволяющее узнавать пользователя при последующих запросах. Это сессия — единая последовательность действий конкретного пользователя.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злоумышленник получит идентификатор активной сессии, ему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 нужен пароль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Он может использовать существующее состояние авторизации и выполнять действия от имени владельца.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117" y="1717278"/>
            <a:ext cx="4297354" cy="42974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120352"/>
            <a:ext cx="4411354" cy="6617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176326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Мошенничество с аккаунтами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1875334"/>
            <a:ext cx="6296860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Один из распространённых классов web-мошенничества — захват или неправомерное использование аккаунтов. Злоумышленник получает чужие учётные данные и пытается войти. Технически запрос корректен, но реальный субъект уже другой.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979837"/>
            <a:ext cx="6296860" cy="14054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9239" y="3159522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Проблема идентификации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489239" y="3492401"/>
            <a:ext cx="586130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После успешной авторизации отличить владельца от злоумышленника становится сложнее — защита должна учитывать контекст использования аккаунта.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521795"/>
            <a:ext cx="6296860" cy="11677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9239" y="4701480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Промежуточный этап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5489239" y="5034359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Захват аккаунта часто является промежуточным шагом для получения доступа к другим, более ценным активам системы.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17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Автоматизированное мошенничество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60624"/>
            <a:ext cx="4410659" cy="4410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39641" y="2571254"/>
            <a:ext cx="5996830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Боты выполняют те же web-запросы, что и люди, но значительно быстрее и в большем масштабе. Они массово создают аккаунты, проверяют комбинации данных, собирают информацию и выполняют однотипные операции.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Запросы бота могут быть полностью корректными с точки зрения HTTP и логики интерфейса.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Нарушение заключается в цели и масштабе.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Различие между человеком и ботом видно только при анализе последовательности действий.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887" y="99120"/>
            <a:ext cx="4439730" cy="66597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50343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Мошенничество в операциях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61475" y="1594941"/>
            <a:ext cx="6296860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Web-среда используется для действий с финансовой ценностью: покупки, переводы, бронирования, начисление бонусов. Злоумышленник может не взламывать сервер, а использовать </a:t>
            </a:r>
            <a:r>
              <a:rPr lang="en-US" sz="10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легитимные функции в неправомерных целях</a:t>
            </a: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239070"/>
            <a:ext cx="330688" cy="3306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2685455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Злоупотребление бонусами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61475" y="2947690"/>
            <a:ext cx="629686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Многократное создание аккаунтов ради приветственного бонуса или манипуляции программой лояльности.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492897"/>
            <a:ext cx="330688" cy="3306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939282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Массовое бронирование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61475" y="4201517"/>
            <a:ext cx="629686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Автоматизированный захват мест или товаров с последующей перепродажей или блокировкой конкурентов.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746724"/>
            <a:ext cx="330688" cy="3306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5193109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Обход классической защиты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61475" y="5455345"/>
            <a:ext cx="629686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Каждый запрос соответствует правилам API, но общий сценарий нарушает бизнес-логику. Классические средства здесь неэффективны.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17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Подозрительная активность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62609"/>
            <a:ext cx="599683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 всякое нарушение связано с известным сценарием мошенничества. Система может наблюдать поведение, которое просто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отличается от типичного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: необычная частота действий, неожиданная последовательность или нестандартный контекст использования.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4187329"/>
            <a:ext cx="5996830" cy="1039416"/>
          </a:xfrm>
          <a:prstGeom prst="roundRect">
            <a:avLst>
              <a:gd name="adj" fmla="val 7638"/>
            </a:avLst>
          </a:prstGeom>
          <a:solidFill>
            <a:srgbClr val="DFF6D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467721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4404618"/>
            <a:ext cx="519357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Подозрительное событие требует дополнительного внимания, но не является доказательством атаки.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812" y="1660624"/>
            <a:ext cx="4410659" cy="44107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113407"/>
            <a:ext cx="4420680" cy="6631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49876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Машинное обучение в web-защите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2270522"/>
            <a:ext cx="629686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Web-среда генерирует огромное количество событий: входы, запросы, переходы, операции. При большом количестве пользователей ручная проверка невозможна — </a:t>
            </a:r>
            <a:r>
              <a:rPr lang="en-US" sz="11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автоматический анализ становится необходимостью</a:t>
            </a: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61475" y="3059609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8127" y="308793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122632" y="3111500"/>
            <a:ext cx="583570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Масштаб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22632" y="3420269"/>
            <a:ext cx="583570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Миллионы событий в день делают ручную проверку физически невозможной.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61475" y="3879850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8127" y="390817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122632" y="3931741"/>
            <a:ext cx="583570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Неоднозначность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22632" y="4240510"/>
            <a:ext cx="583570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Один запрос может быть нормальным или подозрительным в зависимости от пользователя, времени и контекста.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1475" y="4917777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8127" y="494610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3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122632" y="4969669"/>
            <a:ext cx="583570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Контекст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122632" y="5278438"/>
            <a:ext cx="583570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Машинное обучение анализирует последовательности действий и выявляет паттерны, невидимые для простых правил.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Microsoft Office PowerPoint</Application>
  <PresentationFormat>Широкоэкранный</PresentationFormat>
  <Paragraphs>65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Nunito Sans</vt:lpstr>
      <vt:lpstr>Nunito Sans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2026-10-07T18:46:03Z</dcterms:created>
  <dcterms:modified xsi:type="dcterms:W3CDTF">2026-10-07T18:47:38Z</dcterms:modified>
</cp:coreProperties>
</file>