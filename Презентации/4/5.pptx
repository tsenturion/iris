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11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4842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Обучающие данные и реальная эксплуатация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405287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Высокие метрики на обучающей выборке не гарантируют эффективность в боевых условиях. Модель проверяется на независимых данных — тех, которых она не видела. В web-защите критично соблюдать временную последовательность: обучение на прошлом, применение к будущему.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50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Четыре типа решений классификатора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73932"/>
            <a:ext cx="4184049" cy="4184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13031" y="3109913"/>
            <a:ext cx="622344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Защитная система может правильно распознать норму, верно обнаружить атаку, ошибочно заблокировать легитимного пользователя или пропустить реальное нарушение. Две системы с одинаковой точностью могут кардинально различаться по практической ценности.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0996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Ложные срабатывания и пользовательский опыт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Частые ложные тревоги снижают доверие пользователей, увеличивают нагрузку на поддержку и отвлекают аналитиков от реальных инцидентов. Для массовых сервисов минимальный уровень ложных срабатываний — не опция, а требование.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973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Пропущенные нарушения и риск безопасности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556496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реальная атака классифицируется как норма, злоумышленник продолжает взаимодействовать с системой без ограничений. Причина — недостаточное сходство нарушения с обучающими примерами. Анализ пропусков указывает на слепые зоны модели.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409230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416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Precision, Recall и баланс метрик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02434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9977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Precision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406477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Доля реальных нарушений среди всех срабатываний модели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802434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9977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Recall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406477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Доля обнаруженных атак от всех реальных нарушений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802434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9977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F1-мера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40647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Баланс обоих показателей — но стоимость ошибок зависит от приоритетов сервиса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72172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Выбор метрики должен отражать реальные приоритеты конкретного сервиса, а не универсальный стандарт.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96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Порог решения и адаптивная реакция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38462"/>
            <a:ext cx="6903269" cy="3455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583" y="3720754"/>
            <a:ext cx="1296490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Низкий порог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141389" y="5299382"/>
            <a:ext cx="1946459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Низкая чувствительность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30250" y="3720754"/>
            <a:ext cx="1296490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Высокий порог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087620" y="2280269"/>
            <a:ext cx="2046347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Высокая чувствительность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5940" y="4453927"/>
            <a:ext cx="1330971" cy="46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Консервативный режим — пропуски риска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23439" y="4460823"/>
            <a:ext cx="1330972" cy="46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Агрессивный мониторинг — много сигналов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23439" y="3262574"/>
            <a:ext cx="1330972" cy="31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Строгая фильтрация — меньше помех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54563" y="3184990"/>
            <a:ext cx="1330971" cy="46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Чувствительная детекция — много ложных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32251" y="2958703"/>
            <a:ext cx="35042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возвращает оценку риска, а не готовый класс. Порог определяет, при каком значении событие считается подозрительным. Разные операции могут требовать разных порогов в зависимости от критичности действия.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996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Интеграция модели в защитный процесс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ML-компонент получает данные, формирует оценку риска и передаёт результат системе принятия решений.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Модель обнаруживает — политика определяет реакцию.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Это разделение позволяет менять защитные действия без переобучения и делает систему управляемой.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98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Производительность под реальной нагрузкой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15109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47503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компонента задержки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88372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Получение признаков, вычисление модели, общая задержка ответа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2615109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1×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347503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простая модель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88372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Иногда предпочтительнее сложной, если качество достаточно и она стабильна под нагрузкой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70118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Защита должна работать не только точно, но и быстро. Модель, проверяющая операцию несколько секунд, сама становится источником задержек.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005075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Дрейф данных и мониторинг после запуска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367484"/>
            <a:ext cx="690326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внедрения поведение пользователей меняется, появляются новые функции, злоумышленники адаптируют методы. Статистические свойства входных данных отклоняются от обучающей выборки — качество модели снижается. Необходим постоянный контроль распределения признаков и результатов расследований.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2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Непрерывный жизненный цикл ML-защиты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00337"/>
            <a:ext cx="3248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Сбор данных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09019"/>
            <a:ext cx="3248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Новые случаи, ошибки, изменения среды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72" y="1526977"/>
            <a:ext cx="3804051" cy="380414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8812" y="2198191"/>
            <a:ext cx="282766" cy="2827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1284" y="1900337"/>
            <a:ext cx="3248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Переобучение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281284" y="2309019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обновляется на свежих данных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72" y="1526977"/>
            <a:ext cx="3804051" cy="380414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3661" y="2521942"/>
            <a:ext cx="282766" cy="2827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1284" y="3944144"/>
            <a:ext cx="3248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Валидация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8281284" y="4352826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Новая версия проходит независимую проверку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1526977"/>
            <a:ext cx="3804051" cy="380414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9918" y="4376837"/>
            <a:ext cx="282766" cy="28277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1475" y="3944144"/>
            <a:ext cx="3248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Эксплуатация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661475" y="4352826"/>
            <a:ext cx="3248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Развёртывание и мониторинг в боевых условиях</a:t>
            </a:r>
            <a:endParaRPr lang="en-US" sz="14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3772" y="1526977"/>
            <a:ext cx="3804051" cy="3804146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5070" y="4053086"/>
            <a:ext cx="282766" cy="282773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661475" y="5543748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FF6D5"/>
          </a:solidFill>
          <a:ln/>
        </p:spPr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482" y="5811441"/>
            <a:ext cx="236234" cy="18901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275723" y="5779988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Надёжная защита строится вокруг управляемого жизненного цикла, а не вокруг одной удачной модели.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Microsoft Office PowerPoint</Application>
  <PresentationFormat>Широкоэкранный</PresentationFormat>
  <Paragraphs>58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</vt:lpstr>
      <vt:lpstr>Nunito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2026-10-07T18:46:48Z</dcterms:created>
  <dcterms:modified xsi:type="dcterms:W3CDTF">2026-10-07T18:48:13Z</dcterms:modified>
</cp:coreProperties>
</file>