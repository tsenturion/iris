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Nunito Sans" pitchFamily="2" charset="-52"/>
      <p:regular r:id="rId13"/>
    </p:embeddedFont>
    <p:embeddedFont>
      <p:font typeface="Nunito Sans Bold" charset="-52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2893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24293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Данные как исходный материал обработки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707705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Данные — это зафиксированные сигналы и измерения, пригодные для хранения и передачи. Они отражают факты наблюдения, но не объясняют их смысл. Наличие данных не равно пониманию ситуации.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1837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Информация как результат интерпретации данных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409230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3060402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Данные становятся информацией, когда получают смысл в определённом контексте. Одно число без контекста ничего не сообщает. Содержательная ценность появляется при связи данных с моделью предметной области.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3201" y="4180284"/>
            <a:ext cx="6903269" cy="1039416"/>
          </a:xfrm>
          <a:prstGeom prst="roundRect">
            <a:avLst>
              <a:gd name="adj" fmla="val 7638"/>
            </a:avLst>
          </a:prstGeom>
          <a:solidFill>
            <a:srgbClr val="DFF6D5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4460677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7449" y="4397573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Один и тот же набор данных может нести разную информацию в зависимости от задачи.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209173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Знание как система устойчивых связей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556496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Знание — это не коллекция фактов, а организованная система, где одни элементы объясняют другие. Оно служит структурой, с которой сопоставляются новые данные, позволяя быстро распознавать знакомые ситуации.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176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Переход от данных к знанию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830" y="1570434"/>
            <a:ext cx="8452035" cy="38683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41606" y="4367322"/>
            <a:ext cx="1586817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Проверка знания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41783" y="4214478"/>
            <a:ext cx="1586817" cy="917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Выявление закономерностей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352827" y="4367322"/>
            <a:ext cx="1586817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Установка контекста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2320397" y="4367322"/>
            <a:ext cx="1586817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Отбор данных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5651401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Этот переход не автоматический: нужно определить релевантные данные, установить контекст и выявить значимые отношения. Совпадение событий не всегда означает причинную связь.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876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Контекст как условие правильной интерпретации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320256"/>
            <a:ext cx="6563355" cy="168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Одни и те же данные означают разные вещи в разных условиях. Контекст связывает отдельный факт с более широкой ситуацией и позволяет отличить нормальное отклонение от проблемы.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Без контекста обработка превращается в механическое сравнение значений, порождающее неверные выводы.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2336" y="2239268"/>
            <a:ext cx="3844134" cy="38442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8255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Явные и неявные знания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651224"/>
            <a:ext cx="5339820" cy="2009080"/>
          </a:xfrm>
          <a:prstGeom prst="roundRect">
            <a:avLst>
              <a:gd name="adj" fmla="val 3951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846586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Явные знания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3255268"/>
            <a:ext cx="4949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Фиксируются в документации, инструкциях и правилах. Легко передаются и применяются в автоматизированных системах.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90301" y="2651224"/>
            <a:ext cx="5339919" cy="2009080"/>
          </a:xfrm>
          <a:prstGeom prst="roundRect">
            <a:avLst>
              <a:gd name="adj" fmla="val 3951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85658" y="2846586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Неявные знания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85658" y="3255268"/>
            <a:ext cx="494920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Формируются через практический опыт. Плохо поддаются формализации — опытный специалист замечает необычность ещё до того, как формулирует признаки.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61475" y="487293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Различие между этими типами критически важно при автоматизации интеллектуальных задач.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Представление знаний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873673"/>
            <a:ext cx="6903269" cy="1984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Знания должны быть представлены в форме, пригодной для использования: текстовые правила, формальные отношения, графовые структуры или модели предметной области.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Форма представления определяет возможные операции со знанием. Важно различать само знание и его запись — документ является носителем, но не тождествен содержанию.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2107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Данные, шум и достоверность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889746"/>
            <a:ext cx="5339820" cy="20471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3104158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Качество данных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3512840"/>
            <a:ext cx="480940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Реальные данные содержат ошибки, пропуски, дубликаты и противоречия. Важно оценивать происхождение и надёжность каждого значения.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0301" y="2889746"/>
            <a:ext cx="5339919" cy="20471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06305" y="3104158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Изменчивость знания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506305" y="3512840"/>
            <a:ext cx="480950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Знание не является абсолютно неизменным. Новые данные могут показать, что ранее выявленная закономерность работает лишь при определённых условиях.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789311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Знание и принятие решений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254077"/>
            <a:ext cx="629686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Решение принимается через сопоставление текущих наблюдений с имеющимися знаниями. Ошибка в знаниях опаснее ошибки в одном значении: неверная модель приводит к последовательно неправильной интерпретации множества корректных данных. Качество решений определяется точностью наблюдений и адекватностью знаний.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876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Соотношение данных и знаний в интеллектуальной системе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239268"/>
            <a:ext cx="3844134" cy="3844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73116" y="2909193"/>
            <a:ext cx="656335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Данные, информация и знания — три уровня, постоянно взаимодействующие в обе стороны. Новые данные изменяют знания, а существующие знания определяют, какие данные мы считаем важными.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973116" y="4029075"/>
            <a:ext cx="6563355" cy="1341834"/>
          </a:xfrm>
          <a:prstGeom prst="roundRect">
            <a:avLst>
              <a:gd name="adj" fmla="val 5916"/>
            </a:avLst>
          </a:prstGeom>
          <a:solidFill>
            <a:srgbClr val="DFF6D5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2123" y="4309467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587364" y="4246364"/>
            <a:ext cx="576010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Интеллектуальная система ценна не объёмом данных, а способностью обнаруживать значимые отношения и применять их к новым ситуациям.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475</Words>
  <Application>Microsoft Office PowerPoint</Application>
  <PresentationFormat>Широкоэкранный</PresentationFormat>
  <Paragraphs>45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Nunito Sans Bold</vt:lpstr>
      <vt:lpstr>Arial</vt:lpstr>
      <vt:lpstr>Nunito Sans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2026-10-04T21:09:10Z</dcterms:created>
  <dcterms:modified xsi:type="dcterms:W3CDTF">2026-10-04T21:13:50Z</dcterms:modified>
</cp:coreProperties>
</file>