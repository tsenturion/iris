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560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67590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сетевой трафик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550021"/>
            <a:ext cx="6296860" cy="263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Сетевой трафик — это совокупность данных, передаваемых между устройствами в компьютерной сети. Каждое действие в сети — от загрузки веб-страницы до отправки сообщения — создаёт наблюдаемый обмен между узлами, приложениями и сервисами.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Трафик существует на разных уровнях представления: от отдельных пакетов до последовательностей взаимодействий. Выбор уровня анализа определяет, какие свойства объекта будут доступны и какой смысл можно извлечь из наблюдения.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Пакет как основная единица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71254"/>
            <a:ext cx="690326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Пакет — это базовая единица передачи данных в IP-сети. Он содержит служебную информацию для доставки и полезную нагрузку с передаваемыми данными. Из одного пакета можно узнать источник, назначение, используемый протокол и размер.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Однако отдельный пакет показывает лишь фрагмент общей картины. Один пакет может выглядеть нормально, даже если он является частью подозрительной последовательности. Поэтому пакет — важная, но недостаточная единица для полного понимания сетевого поведения.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64965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Поток как объект анализа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2294632"/>
            <a:ext cx="2952478" cy="2975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Поток (flow) — это логически связанная последовательность пакетов одного сетевого взаимодействия. Он определяется комбинацией адресов источника и назначения, портов и транспортного протокола.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Анализ потока позволяет перейти от единичного события к характеристике обмена в целом: объём передачи, длительность соединения, способ обмена информацией.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584092" y="2325390"/>
            <a:ext cx="2952478" cy="2227659"/>
          </a:xfrm>
          <a:prstGeom prst="roundRect">
            <a:avLst>
              <a:gd name="adj" fmla="val 3029"/>
            </a:avLst>
          </a:prstGeom>
          <a:solidFill>
            <a:srgbClr val="DFF6D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723" y="2532856"/>
            <a:ext cx="200814" cy="160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06168" y="2488307"/>
            <a:ext cx="2269771" cy="1901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Приложения и типы активности часто проявляются не в одном пакете, а в общей структуре взаимодействия — именно это делает поток более информативным объектом анализа.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4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Сессия и логика взаимодействия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356" y="1522115"/>
            <a:ext cx="8002883" cy="36625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6495" y="1897805"/>
            <a:ext cx="1770314" cy="221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Сессия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956495" y="2182045"/>
            <a:ext cx="1951279" cy="53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Полное логическое взаимодействие, включая потоки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307226" y="3101648"/>
            <a:ext cx="1770314" cy="221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Поток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283622" y="3385889"/>
            <a:ext cx="1793918" cy="53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Последовательность пакетов одного соединения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6495" y="3811759"/>
            <a:ext cx="1770314" cy="221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Пакет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956495" y="4096000"/>
            <a:ext cx="1951279" cy="354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Одиночный блок данных в сети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1475" y="5397302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Сессия описывает логически завершённое взаимодействие между участниками, которое может включать один или несколько потоков. Значение отдельного соединения становится понятным только в контексте предыдущих и последующих событий.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55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Направление передачи данных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3868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Двусторонний обмен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22972"/>
            <a:ext cx="5203794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Сетевой трафик всегда связан с направлением: один узел выступает источником, другой — получателем. В полноценном взаимодействии эти роли постоянно меняются, так как большинство протоколов предполагает двусторонний обмен.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Объём информации в разных направлениях может значительно отличаться, и структура направлений помогает понять характер активности.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2149673"/>
            <a:ext cx="5476043" cy="3432770"/>
          </a:xfrm>
          <a:prstGeom prst="roundRect">
            <a:avLst>
              <a:gd name="adj" fmla="val 3965"/>
            </a:avLst>
          </a:prstGeom>
          <a:solidFill>
            <a:srgbClr val="061B40"/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233868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Важное замечание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2822972"/>
            <a:ext cx="509802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Направление нельзя автоматически связывать с безопасностью: исходящий трафик не всегда безопасен, а входящий — не всегда опасен. Это распространённое заблуждение при анализе сетевой активности.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59545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Протокол как характеристика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1613396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Каждый сетевой обмен подчиняется определённым протоколам, которые задают правила формирования и интерпретации данных. На разных уровнях сетевой модели одновременно используются разные протоколы.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402483"/>
            <a:ext cx="6296860" cy="10846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79814" y="2572742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Транспортный уровень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479814" y="2881511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TCP или UDP описывают характер транспорта, но не указывают, какое приложение инициировало передачу.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608090"/>
            <a:ext cx="6296860" cy="10846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79814" y="3778349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Прикладной уровень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479814" y="4087118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HTTP не сообщает, безопасен ли конкретный запрос. Имя протокола — одна из характеристик, а не окончательная категория.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813697"/>
            <a:ext cx="6296860" cy="10846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79814" y="4983956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Современный трафик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5479814" y="5292725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Часто строится поверх универсальных протоколов, что делает идентификацию по имени протокола недостаточной.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8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Служебные данные и содержимое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60624"/>
            <a:ext cx="4410659" cy="4410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9641" y="2075160"/>
            <a:ext cx="5996830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 пакете условно разделяют служебную информацию и полезную нагрузку. Эти части дают разную информацию для классификации.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Служебные поля позволяют анализировать структуру соединения независимо от содержимого. Полезная нагрузка содержит больше смысловой информации, но её анализ зависит от протокола и защиты.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539641" y="4574778"/>
            <a:ext cx="5996830" cy="1039416"/>
          </a:xfrm>
          <a:prstGeom prst="roundRect">
            <a:avLst>
              <a:gd name="adj" fmla="val 7638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648" y="4855170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53889" y="4792067"/>
            <a:ext cx="51935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Шифрование может полностью скрывать содержимое, оставляя наблюдаемыми только параметры соединения.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31391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Временная структура трафика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577306"/>
            <a:ext cx="294096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Последовательность имеет значение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61475" y="3261816"/>
            <a:ext cx="2940969" cy="232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Сетевой трафик имеет выраженную временную природу: пакеты поступают в определённой последовательности и через определённые интервалы. Эта последовательность содержит информацию о характере взаимодействия даже при недоступности содержимого.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23716" y="2577306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Ритм как признак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023716" y="2996109"/>
            <a:ext cx="2940969" cy="2585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Два потока с одинаковым протоколом и портами могут значительно отличаться по продолжительности и ритму обмена. Один генерирует короткие периодические запросы, другой передаёт большой объём непрерывно. Трафик нельзя рассматривать только как набор статических значений.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98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 взаимодействия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924050"/>
            <a:ext cx="690326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и тот же поток может иметь разный смысл в зависимости от контекста. Соединение между серверами внутри инфраструктуры может быть нормальным, если соответствует архитектуре, и подозрительным, если появляется неожиданно.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Контекст включает положение узлов в сети, назначение сервисов, время активности и структуру инфраструктуры. Сетевой объект не существует изолированно — он часть более крупной системы с пользователями, приложениями и политиками взаимодействия.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726087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006479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943376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Технически одинаковые характеристики не всегда приводят к одинаковой интерпретации.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001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Результаты классификации трафика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927820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Сетевой трафик можно классифицировать по разным основаниям: тип приложения, сетевой сервис, категория активности или класс безопасности. Один и тот же поток в разных задачах будет рассматриваться по-разному.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17192"/>
            <a:ext cx="3520788" cy="1751707"/>
          </a:xfrm>
          <a:prstGeom prst="roundRect">
            <a:avLst>
              <a:gd name="adj" fmla="val 407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7881" y="2793603"/>
            <a:ext cx="316797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Физически наблюдаемое взаимодействие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37881" y="3416796"/>
            <a:ext cx="316797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Пакеты, потоки и сессии — то, что можно зафиксировать в сети напрямую.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5354" y="2617192"/>
            <a:ext cx="3520888" cy="1751707"/>
          </a:xfrm>
          <a:prstGeom prst="roundRect">
            <a:avLst>
              <a:gd name="adj" fmla="val 407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1761" y="2793603"/>
            <a:ext cx="31680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Выбранная единица анализа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511761" y="3151088"/>
            <a:ext cx="316807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Пакет, поток или сессия — в зависимости от задачи и уровня детализации.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9332" y="2617192"/>
            <a:ext cx="3520888" cy="1751707"/>
          </a:xfrm>
          <a:prstGeom prst="roundRect">
            <a:avLst>
              <a:gd name="adj" fmla="val 407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5739" y="2793603"/>
            <a:ext cx="31680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Смысловая категория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185739" y="3151088"/>
            <a:ext cx="316807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Тип приложения, нормальная или подозрительная активность — итог классификации.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1475" y="4694238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Для администрирования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61475" y="5113040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Важно определить тип приложения, создающего нагрузку на сеть, и управлять ресурсами эффективно.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659" y="4694238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Для безопасности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309659" y="5113040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Ключевая задача — установить, относится ли активность к нормальной или потенциально опасной категории.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</Words>
  <Application>Microsoft Office PowerPoint</Application>
  <PresentationFormat>Широкоэкранный</PresentationFormat>
  <Paragraphs>67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2026-10-06T21:04:21Z</dcterms:created>
  <dcterms:modified xsi:type="dcterms:W3CDTF">2026-10-06T21:08:53Z</dcterms:modified>
</cp:coreProperties>
</file>